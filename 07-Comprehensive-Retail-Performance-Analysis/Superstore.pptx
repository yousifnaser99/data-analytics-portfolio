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sif Naser" userId="85e8cfa9619aad03" providerId="LiveId" clId="{DEB0D00B-37C0-4648-B923-0E12DC296918}"/>
    <pc:docChg chg="undo custSel addSld delSld modSld">
      <pc:chgData name="Yousif Naser" userId="85e8cfa9619aad03" providerId="LiveId" clId="{DEB0D00B-37C0-4648-B923-0E12DC296918}" dt="2026-01-06T16:34:28.756" v="688" actId="207"/>
      <pc:docMkLst>
        <pc:docMk/>
      </pc:docMkLst>
      <pc:sldChg chg="modTransition">
        <pc:chgData name="Yousif Naser" userId="85e8cfa9619aad03" providerId="LiveId" clId="{DEB0D00B-37C0-4648-B923-0E12DC296918}" dt="2026-01-06T15:46:41.587" v="476"/>
        <pc:sldMkLst>
          <pc:docMk/>
          <pc:sldMk cId="1047232307" sldId="256"/>
        </pc:sldMkLst>
      </pc:sldChg>
      <pc:sldChg chg="addSp modSp mod modTransition">
        <pc:chgData name="Yousif Naser" userId="85e8cfa9619aad03" providerId="LiveId" clId="{DEB0D00B-37C0-4648-B923-0E12DC296918}" dt="2026-01-06T15:55:12.554" v="543" actId="27349"/>
        <pc:sldMkLst>
          <pc:docMk/>
          <pc:sldMk cId="242961962" sldId="257"/>
        </pc:sldMkLst>
        <pc:spChg chg="mod">
          <ac:chgData name="Yousif Naser" userId="85e8cfa9619aad03" providerId="LiveId" clId="{DEB0D00B-37C0-4648-B923-0E12DC296918}" dt="2026-01-06T15:04:23.970" v="346" actId="1076"/>
          <ac:spMkLst>
            <pc:docMk/>
            <pc:sldMk cId="242961962" sldId="257"/>
            <ac:spMk id="2" creationId="{4922A324-7C72-A305-856E-1339A73B6C70}"/>
          </ac:spMkLst>
        </pc:spChg>
        <pc:picChg chg="add mod">
          <ac:chgData name="Yousif Naser" userId="85e8cfa9619aad03" providerId="LiveId" clId="{DEB0D00B-37C0-4648-B923-0E12DC296918}" dt="2026-01-06T15:55:12.554" v="543" actId="27349"/>
          <ac:picMkLst>
            <pc:docMk/>
            <pc:sldMk cId="242961962" sldId="257"/>
            <ac:picMk id="4" creationId="{2C93E441-AB9E-DD94-E23B-F6A34CA23131}"/>
          </ac:picMkLst>
        </pc:picChg>
        <pc:picChg chg="mod">
          <ac:chgData name="Yousif Naser" userId="85e8cfa9619aad03" providerId="LiveId" clId="{DEB0D00B-37C0-4648-B923-0E12DC296918}" dt="2026-01-06T15:55:01.415" v="541" actId="1076"/>
          <ac:picMkLst>
            <pc:docMk/>
            <pc:sldMk cId="242961962" sldId="257"/>
            <ac:picMk id="5" creationId="{99D046A0-4764-0F6A-D398-EAADDDEBF8A4}"/>
          </ac:picMkLst>
        </pc:picChg>
      </pc:sldChg>
      <pc:sldChg chg="addSp modSp mod modTransition">
        <pc:chgData name="Yousif Naser" userId="85e8cfa9619aad03" providerId="LiveId" clId="{DEB0D00B-37C0-4648-B923-0E12DC296918}" dt="2026-01-06T15:55:29.255" v="545" actId="1076"/>
        <pc:sldMkLst>
          <pc:docMk/>
          <pc:sldMk cId="321897176" sldId="258"/>
        </pc:sldMkLst>
        <pc:spChg chg="mod">
          <ac:chgData name="Yousif Naser" userId="85e8cfa9619aad03" providerId="LiveId" clId="{DEB0D00B-37C0-4648-B923-0E12DC296918}" dt="2026-01-06T15:04:48.314" v="348" actId="1076"/>
          <ac:spMkLst>
            <pc:docMk/>
            <pc:sldMk cId="321897176" sldId="258"/>
            <ac:spMk id="2" creationId="{AA3D588B-E37D-59DB-A684-CE206D0839F9}"/>
          </ac:spMkLst>
        </pc:spChg>
        <pc:picChg chg="add mod">
          <ac:chgData name="Yousif Naser" userId="85e8cfa9619aad03" providerId="LiveId" clId="{DEB0D00B-37C0-4648-B923-0E12DC296918}" dt="2026-01-06T15:55:29.255" v="545" actId="1076"/>
          <ac:picMkLst>
            <pc:docMk/>
            <pc:sldMk cId="321897176" sldId="258"/>
            <ac:picMk id="3" creationId="{B40D5EB5-999B-4B3E-D1C0-5D17E8E90680}"/>
          </ac:picMkLst>
        </pc:picChg>
      </pc:sldChg>
      <pc:sldChg chg="modSp mod modTransition">
        <pc:chgData name="Yousif Naser" userId="85e8cfa9619aad03" providerId="LiveId" clId="{DEB0D00B-37C0-4648-B923-0E12DC296918}" dt="2026-01-06T15:47:28.613" v="485"/>
        <pc:sldMkLst>
          <pc:docMk/>
          <pc:sldMk cId="3511684918" sldId="259"/>
        </pc:sldMkLst>
        <pc:spChg chg="mod">
          <ac:chgData name="Yousif Naser" userId="85e8cfa9619aad03" providerId="LiveId" clId="{DEB0D00B-37C0-4648-B923-0E12DC296918}" dt="2026-01-06T15:05:19.975" v="351" actId="14100"/>
          <ac:spMkLst>
            <pc:docMk/>
            <pc:sldMk cId="3511684918" sldId="259"/>
            <ac:spMk id="2" creationId="{B19E8D2A-5D0D-3E28-34E7-C9923D07BEBD}"/>
          </ac:spMkLst>
        </pc:spChg>
      </pc:sldChg>
      <pc:sldChg chg="addSp modSp mod modTransition">
        <pc:chgData name="Yousif Naser" userId="85e8cfa9619aad03" providerId="LiveId" clId="{DEB0D00B-37C0-4648-B923-0E12DC296918}" dt="2026-01-06T15:54:05.498" v="538" actId="1036"/>
        <pc:sldMkLst>
          <pc:docMk/>
          <pc:sldMk cId="2185104680" sldId="260"/>
        </pc:sldMkLst>
        <pc:spChg chg="mod">
          <ac:chgData name="Yousif Naser" userId="85e8cfa9619aad03" providerId="LiveId" clId="{DEB0D00B-37C0-4648-B923-0E12DC296918}" dt="2026-01-06T15:04:02.761" v="344" actId="1076"/>
          <ac:spMkLst>
            <pc:docMk/>
            <pc:sldMk cId="2185104680" sldId="260"/>
            <ac:spMk id="2" creationId="{FED61E59-8377-B53C-5825-61B9CA367058}"/>
          </ac:spMkLst>
        </pc:spChg>
        <pc:picChg chg="add mod">
          <ac:chgData name="Yousif Naser" userId="85e8cfa9619aad03" providerId="LiveId" clId="{DEB0D00B-37C0-4648-B923-0E12DC296918}" dt="2026-01-06T15:54:05.498" v="538" actId="1036"/>
          <ac:picMkLst>
            <pc:docMk/>
            <pc:sldMk cId="2185104680" sldId="260"/>
            <ac:picMk id="5" creationId="{38085724-B04B-4DA0-35DD-5C31C4669B71}"/>
          </ac:picMkLst>
        </pc:picChg>
      </pc:sldChg>
      <pc:sldChg chg="addSp delSp modSp mod modTransition">
        <pc:chgData name="Yousif Naser" userId="85e8cfa9619aad03" providerId="LiveId" clId="{DEB0D00B-37C0-4648-B923-0E12DC296918}" dt="2026-01-06T16:14:42.389" v="649" actId="21"/>
        <pc:sldMkLst>
          <pc:docMk/>
          <pc:sldMk cId="3824226894" sldId="261"/>
        </pc:sldMkLst>
        <pc:spChg chg="mod">
          <ac:chgData name="Yousif Naser" userId="85e8cfa9619aad03" providerId="LiveId" clId="{DEB0D00B-37C0-4648-B923-0E12DC296918}" dt="2026-01-06T15:05:52.914" v="353" actId="1076"/>
          <ac:spMkLst>
            <pc:docMk/>
            <pc:sldMk cId="3824226894" sldId="261"/>
            <ac:spMk id="2" creationId="{788B76C4-A416-97B4-EBE4-70C2B5600CDF}"/>
          </ac:spMkLst>
        </pc:spChg>
        <pc:spChg chg="mod">
          <ac:chgData name="Yousif Naser" userId="85e8cfa9619aad03" providerId="LiveId" clId="{DEB0D00B-37C0-4648-B923-0E12DC296918}" dt="2026-01-06T14:29:36.519" v="53" actId="1076"/>
          <ac:spMkLst>
            <pc:docMk/>
            <pc:sldMk cId="3824226894" sldId="261"/>
            <ac:spMk id="7" creationId="{ACF71823-6D36-6E9C-C9B2-B6E95B3D17AE}"/>
          </ac:spMkLst>
        </pc:spChg>
        <pc:spChg chg="add mod">
          <ac:chgData name="Yousif Naser" userId="85e8cfa9619aad03" providerId="LiveId" clId="{DEB0D00B-37C0-4648-B923-0E12DC296918}" dt="2026-01-06T16:11:07.390" v="623" actId="13822"/>
          <ac:spMkLst>
            <pc:docMk/>
            <pc:sldMk cId="3824226894" sldId="261"/>
            <ac:spMk id="14" creationId="{568C9BA0-569E-59BF-9223-DAAE590BB52E}"/>
          </ac:spMkLst>
        </pc:spChg>
        <pc:spChg chg="add mod">
          <ac:chgData name="Yousif Naser" userId="85e8cfa9619aad03" providerId="LiveId" clId="{DEB0D00B-37C0-4648-B923-0E12DC296918}" dt="2026-01-06T16:11:29.929" v="626" actId="688"/>
          <ac:spMkLst>
            <pc:docMk/>
            <pc:sldMk cId="3824226894" sldId="261"/>
            <ac:spMk id="15" creationId="{89B68ACB-1086-A3B1-0922-E773FEB8EE70}"/>
          </ac:spMkLst>
        </pc:spChg>
        <pc:spChg chg="add mod">
          <ac:chgData name="Yousif Naser" userId="85e8cfa9619aad03" providerId="LiveId" clId="{DEB0D00B-37C0-4648-B923-0E12DC296918}" dt="2026-01-06T16:11:56.795" v="630" actId="1076"/>
          <ac:spMkLst>
            <pc:docMk/>
            <pc:sldMk cId="3824226894" sldId="261"/>
            <ac:spMk id="16" creationId="{08098A80-26AF-EA5B-6152-2F5E669D891D}"/>
          </ac:spMkLst>
        </pc:spChg>
        <pc:spChg chg="add mod">
          <ac:chgData name="Yousif Naser" userId="85e8cfa9619aad03" providerId="LiveId" clId="{DEB0D00B-37C0-4648-B923-0E12DC296918}" dt="2026-01-06T16:12:10.236" v="632" actId="1076"/>
          <ac:spMkLst>
            <pc:docMk/>
            <pc:sldMk cId="3824226894" sldId="261"/>
            <ac:spMk id="17" creationId="{D51878B1-F863-9DCD-9107-7D487319082B}"/>
          </ac:spMkLst>
        </pc:spChg>
        <pc:spChg chg="add del mod">
          <ac:chgData name="Yousif Naser" userId="85e8cfa9619aad03" providerId="LiveId" clId="{DEB0D00B-37C0-4648-B923-0E12DC296918}" dt="2026-01-06T16:12:44.638" v="634" actId="21"/>
          <ac:spMkLst>
            <pc:docMk/>
            <pc:sldMk cId="3824226894" sldId="261"/>
            <ac:spMk id="18" creationId="{EBF95104-33BE-4ACD-3B85-F7B232B07C34}"/>
          </ac:spMkLst>
        </pc:spChg>
        <pc:spChg chg="add del mod">
          <ac:chgData name="Yousif Naser" userId="85e8cfa9619aad03" providerId="LiveId" clId="{DEB0D00B-37C0-4648-B923-0E12DC296918}" dt="2026-01-06T16:14:42.389" v="649" actId="21"/>
          <ac:spMkLst>
            <pc:docMk/>
            <pc:sldMk cId="3824226894" sldId="261"/>
            <ac:spMk id="19" creationId="{CAF1EC67-D97C-CE26-3763-735E09FA8A75}"/>
          </ac:spMkLst>
        </pc:spChg>
        <pc:picChg chg="add mod">
          <ac:chgData name="Yousif Naser" userId="85e8cfa9619aad03" providerId="LiveId" clId="{DEB0D00B-37C0-4648-B923-0E12DC296918}" dt="2026-01-06T16:06:55.483" v="600" actId="1076"/>
          <ac:picMkLst>
            <pc:docMk/>
            <pc:sldMk cId="3824226894" sldId="261"/>
            <ac:picMk id="4" creationId="{962860C3-80AD-3E0C-EF7E-B682DFCBD5B5}"/>
          </ac:picMkLst>
        </pc:picChg>
        <pc:picChg chg="mod">
          <ac:chgData name="Yousif Naser" userId="85e8cfa9619aad03" providerId="LiveId" clId="{DEB0D00B-37C0-4648-B923-0E12DC296918}" dt="2026-01-06T16:10:22.355" v="617" actId="1076"/>
          <ac:picMkLst>
            <pc:docMk/>
            <pc:sldMk cId="3824226894" sldId="261"/>
            <ac:picMk id="5" creationId="{D9C99314-51B4-B1A0-1F74-E12192D1545B}"/>
          </ac:picMkLst>
        </pc:picChg>
        <pc:picChg chg="add del mod">
          <ac:chgData name="Yousif Naser" userId="85e8cfa9619aad03" providerId="LiveId" clId="{DEB0D00B-37C0-4648-B923-0E12DC296918}" dt="2026-01-06T16:03:48.678" v="578" actId="21"/>
          <ac:picMkLst>
            <pc:docMk/>
            <pc:sldMk cId="3824226894" sldId="261"/>
            <ac:picMk id="8" creationId="{619DB212-22A6-B736-DAAB-22005252581B}"/>
          </ac:picMkLst>
        </pc:picChg>
        <pc:picChg chg="add del mod">
          <ac:chgData name="Yousif Naser" userId="85e8cfa9619aad03" providerId="LiveId" clId="{DEB0D00B-37C0-4648-B923-0E12DC296918}" dt="2026-01-06T16:03:48.678" v="578" actId="21"/>
          <ac:picMkLst>
            <pc:docMk/>
            <pc:sldMk cId="3824226894" sldId="261"/>
            <ac:picMk id="10" creationId="{EFE1F9C4-A697-1257-CD20-DFF8A5898682}"/>
          </ac:picMkLst>
        </pc:picChg>
        <pc:picChg chg="add del mod">
          <ac:chgData name="Yousif Naser" userId="85e8cfa9619aad03" providerId="LiveId" clId="{DEB0D00B-37C0-4648-B923-0E12DC296918}" dt="2026-01-06T16:03:48.678" v="578" actId="21"/>
          <ac:picMkLst>
            <pc:docMk/>
            <pc:sldMk cId="3824226894" sldId="261"/>
            <ac:picMk id="12" creationId="{A209560D-5BDD-9050-6F87-F39F0EF8C61B}"/>
          </ac:picMkLst>
        </pc:picChg>
        <pc:picChg chg="add del mod">
          <ac:chgData name="Yousif Naser" userId="85e8cfa9619aad03" providerId="LiveId" clId="{DEB0D00B-37C0-4648-B923-0E12DC296918}" dt="2026-01-06T16:10:09.295" v="615" actId="478"/>
          <ac:picMkLst>
            <pc:docMk/>
            <pc:sldMk cId="3824226894" sldId="261"/>
            <ac:picMk id="13" creationId="{551F1958-FD43-5709-E3AE-9099A8A03E9E}"/>
          </ac:picMkLst>
        </pc:picChg>
      </pc:sldChg>
      <pc:sldChg chg="addSp delSp modSp mod modTransition">
        <pc:chgData name="Yousif Naser" userId="85e8cfa9619aad03" providerId="LiveId" clId="{DEB0D00B-37C0-4648-B923-0E12DC296918}" dt="2026-01-06T16:13:59.882" v="643" actId="21"/>
        <pc:sldMkLst>
          <pc:docMk/>
          <pc:sldMk cId="2854975286" sldId="262"/>
        </pc:sldMkLst>
        <pc:spChg chg="mod">
          <ac:chgData name="Yousif Naser" userId="85e8cfa9619aad03" providerId="LiveId" clId="{DEB0D00B-37C0-4648-B923-0E12DC296918}" dt="2026-01-06T15:06:06.663" v="355" actId="1076"/>
          <ac:spMkLst>
            <pc:docMk/>
            <pc:sldMk cId="2854975286" sldId="262"/>
            <ac:spMk id="2" creationId="{B878E8F2-A75E-6AB0-D666-E1C9274D4685}"/>
          </ac:spMkLst>
        </pc:spChg>
        <pc:spChg chg="add del mod">
          <ac:chgData name="Yousif Naser" userId="85e8cfa9619aad03" providerId="LiveId" clId="{DEB0D00B-37C0-4648-B923-0E12DC296918}" dt="2026-01-06T16:13:59.882" v="643" actId="21"/>
          <ac:spMkLst>
            <pc:docMk/>
            <pc:sldMk cId="2854975286" sldId="262"/>
            <ac:spMk id="3" creationId="{8A4ED5F4-D9E9-2155-894B-BC47FD5E8D27}"/>
          </ac:spMkLst>
        </pc:spChg>
        <pc:spChg chg="mod">
          <ac:chgData name="Yousif Naser" userId="85e8cfa9619aad03" providerId="LiveId" clId="{DEB0D00B-37C0-4648-B923-0E12DC296918}" dt="2026-01-06T15:47:59.189" v="490" actId="1076"/>
          <ac:spMkLst>
            <pc:docMk/>
            <pc:sldMk cId="2854975286" sldId="262"/>
            <ac:spMk id="5" creationId="{E69B369A-18C5-ED6F-BA15-7254B6B53F0F}"/>
          </ac:spMkLst>
        </pc:spChg>
        <pc:spChg chg="add mod">
          <ac:chgData name="Yousif Naser" userId="85e8cfa9619aad03" providerId="LiveId" clId="{DEB0D00B-37C0-4648-B923-0E12DC296918}" dt="2026-01-06T16:13:14.592" v="641" actId="1076"/>
          <ac:spMkLst>
            <pc:docMk/>
            <pc:sldMk cId="2854975286" sldId="262"/>
            <ac:spMk id="18" creationId="{EBF95104-33BE-4ACD-3B85-F7B232B07C34}"/>
          </ac:spMkLst>
        </pc:spChg>
        <pc:picChg chg="add del mod">
          <ac:chgData name="Yousif Naser" userId="85e8cfa9619aad03" providerId="LiveId" clId="{DEB0D00B-37C0-4648-B923-0E12DC296918}" dt="2026-01-06T16:04:45.255" v="584" actId="21"/>
          <ac:picMkLst>
            <pc:docMk/>
            <pc:sldMk cId="2854975286" sldId="262"/>
            <ac:picMk id="8" creationId="{619DB212-22A6-B736-DAAB-22005252581B}"/>
          </ac:picMkLst>
        </pc:picChg>
        <pc:picChg chg="add mod">
          <ac:chgData name="Yousif Naser" userId="85e8cfa9619aad03" providerId="LiveId" clId="{DEB0D00B-37C0-4648-B923-0E12DC296918}" dt="2026-01-06T16:07:03.898" v="601" actId="1076"/>
          <ac:picMkLst>
            <pc:docMk/>
            <pc:sldMk cId="2854975286" sldId="262"/>
            <ac:picMk id="10" creationId="{EFE1F9C4-A697-1257-CD20-DFF8A5898682}"/>
          </ac:picMkLst>
        </pc:picChg>
        <pc:picChg chg="mod">
          <ac:chgData name="Yousif Naser" userId="85e8cfa9619aad03" providerId="LiveId" clId="{DEB0D00B-37C0-4648-B923-0E12DC296918}" dt="2026-01-06T14:24:34.157" v="4" actId="1076"/>
          <ac:picMkLst>
            <pc:docMk/>
            <pc:sldMk cId="2854975286" sldId="262"/>
            <ac:picMk id="11" creationId="{9B25EC66-846B-3A0D-44E3-900CBBAEF06A}"/>
          </ac:picMkLst>
        </pc:picChg>
        <pc:picChg chg="add del mod">
          <ac:chgData name="Yousif Naser" userId="85e8cfa9619aad03" providerId="LiveId" clId="{DEB0D00B-37C0-4648-B923-0E12DC296918}" dt="2026-01-06T16:04:45.255" v="584" actId="21"/>
          <ac:picMkLst>
            <pc:docMk/>
            <pc:sldMk cId="2854975286" sldId="262"/>
            <ac:picMk id="12" creationId="{A209560D-5BDD-9050-6F87-F39F0EF8C61B}"/>
          </ac:picMkLst>
        </pc:picChg>
        <pc:picChg chg="mod">
          <ac:chgData name="Yousif Naser" userId="85e8cfa9619aad03" providerId="LiveId" clId="{DEB0D00B-37C0-4648-B923-0E12DC296918}" dt="2026-01-06T14:24:37.978" v="5" actId="1076"/>
          <ac:picMkLst>
            <pc:docMk/>
            <pc:sldMk cId="2854975286" sldId="262"/>
            <ac:picMk id="13" creationId="{2D4B90BA-FC12-7CAE-B61D-4F6998F9E5E7}"/>
          </ac:picMkLst>
        </pc:picChg>
      </pc:sldChg>
      <pc:sldChg chg="addSp delSp modSp mod modTransition">
        <pc:chgData name="Yousif Naser" userId="85e8cfa9619aad03" providerId="LiveId" clId="{DEB0D00B-37C0-4648-B923-0E12DC296918}" dt="2026-01-06T16:07:13.066" v="602" actId="1076"/>
        <pc:sldMkLst>
          <pc:docMk/>
          <pc:sldMk cId="2685223801" sldId="263"/>
        </pc:sldMkLst>
        <pc:spChg chg="mod">
          <ac:chgData name="Yousif Naser" userId="85e8cfa9619aad03" providerId="LiveId" clId="{DEB0D00B-37C0-4648-B923-0E12DC296918}" dt="2026-01-06T15:06:28.425" v="357" actId="1076"/>
          <ac:spMkLst>
            <pc:docMk/>
            <pc:sldMk cId="2685223801" sldId="263"/>
            <ac:spMk id="2" creationId="{07A458C1-B9D7-8B16-D56A-367C886DB00B}"/>
          </ac:spMkLst>
        </pc:spChg>
        <pc:spChg chg="mod">
          <ac:chgData name="Yousif Naser" userId="85e8cfa9619aad03" providerId="LiveId" clId="{DEB0D00B-37C0-4648-B923-0E12DC296918}" dt="2026-01-06T14:34:33.214" v="93" actId="1076"/>
          <ac:spMkLst>
            <pc:docMk/>
            <pc:sldMk cId="2685223801" sldId="263"/>
            <ac:spMk id="5" creationId="{89AEAD64-704B-B2CA-BDE5-ECEBC346C339}"/>
          </ac:spMkLst>
        </pc:spChg>
        <pc:picChg chg="mod">
          <ac:chgData name="Yousif Naser" userId="85e8cfa9619aad03" providerId="LiveId" clId="{DEB0D00B-37C0-4648-B923-0E12DC296918}" dt="2026-01-06T14:31:31.208" v="66" actId="14100"/>
          <ac:picMkLst>
            <pc:docMk/>
            <pc:sldMk cId="2685223801" sldId="263"/>
            <ac:picMk id="7" creationId="{11FDB445-AA53-273C-F780-9CE249CB8185}"/>
          </ac:picMkLst>
        </pc:picChg>
        <pc:picChg chg="add mod">
          <ac:chgData name="Yousif Naser" userId="85e8cfa9619aad03" providerId="LiveId" clId="{DEB0D00B-37C0-4648-B923-0E12DC296918}" dt="2026-01-06T16:07:13.066" v="602" actId="1076"/>
          <ac:picMkLst>
            <pc:docMk/>
            <pc:sldMk cId="2685223801" sldId="263"/>
            <ac:picMk id="8" creationId="{619DB212-22A6-B736-DAAB-22005252581B}"/>
          </ac:picMkLst>
        </pc:picChg>
        <pc:picChg chg="add del mod">
          <ac:chgData name="Yousif Naser" userId="85e8cfa9619aad03" providerId="LiveId" clId="{DEB0D00B-37C0-4648-B923-0E12DC296918}" dt="2026-01-06T16:05:07.509" v="588" actId="21"/>
          <ac:picMkLst>
            <pc:docMk/>
            <pc:sldMk cId="2685223801" sldId="263"/>
            <ac:picMk id="12" creationId="{A209560D-5BDD-9050-6F87-F39F0EF8C61B}"/>
          </ac:picMkLst>
        </pc:picChg>
      </pc:sldChg>
      <pc:sldChg chg="addSp modSp mod modTransition">
        <pc:chgData name="Yousif Naser" userId="85e8cfa9619aad03" providerId="LiveId" clId="{DEB0D00B-37C0-4648-B923-0E12DC296918}" dt="2026-01-06T16:07:33.026" v="604" actId="1076"/>
        <pc:sldMkLst>
          <pc:docMk/>
          <pc:sldMk cId="1431637246" sldId="264"/>
        </pc:sldMkLst>
        <pc:spChg chg="mod">
          <ac:chgData name="Yousif Naser" userId="85e8cfa9619aad03" providerId="LiveId" clId="{DEB0D00B-37C0-4648-B923-0E12DC296918}" dt="2026-01-06T15:07:04.412" v="359" actId="1076"/>
          <ac:spMkLst>
            <pc:docMk/>
            <pc:sldMk cId="1431637246" sldId="264"/>
            <ac:spMk id="2" creationId="{168CCC03-B790-2C83-ECF1-84A47DCB7796}"/>
          </ac:spMkLst>
        </pc:spChg>
        <pc:spChg chg="mod">
          <ac:chgData name="Yousif Naser" userId="85e8cfa9619aad03" providerId="LiveId" clId="{DEB0D00B-37C0-4648-B923-0E12DC296918}" dt="2026-01-06T14:37:58.570" v="126" actId="1076"/>
          <ac:spMkLst>
            <pc:docMk/>
            <pc:sldMk cId="1431637246" sldId="264"/>
            <ac:spMk id="5" creationId="{B2A56F10-35EE-C310-0395-15D83FE82900}"/>
          </ac:spMkLst>
        </pc:spChg>
        <pc:picChg chg="add mod">
          <ac:chgData name="Yousif Naser" userId="85e8cfa9619aad03" providerId="LiveId" clId="{DEB0D00B-37C0-4648-B923-0E12DC296918}" dt="2026-01-06T16:07:33.026" v="604" actId="1076"/>
          <ac:picMkLst>
            <pc:docMk/>
            <pc:sldMk cId="1431637246" sldId="264"/>
            <ac:picMk id="3" creationId="{CBC2AE05-D12C-0FE5-DE23-43DF65DB0AF6}"/>
          </ac:picMkLst>
        </pc:picChg>
        <pc:picChg chg="mod">
          <ac:chgData name="Yousif Naser" userId="85e8cfa9619aad03" providerId="LiveId" clId="{DEB0D00B-37C0-4648-B923-0E12DC296918}" dt="2026-01-06T14:37:54.116" v="125" actId="1076"/>
          <ac:picMkLst>
            <pc:docMk/>
            <pc:sldMk cId="1431637246" sldId="264"/>
            <ac:picMk id="7" creationId="{F076DFE1-2106-4493-7CCA-04CE9A84E2D3}"/>
          </ac:picMkLst>
        </pc:picChg>
      </pc:sldChg>
      <pc:sldChg chg="addSp delSp modSp mod modTransition">
        <pc:chgData name="Yousif Naser" userId="85e8cfa9619aad03" providerId="LiveId" clId="{DEB0D00B-37C0-4648-B923-0E12DC296918}" dt="2026-01-06T16:09:46.060" v="612" actId="21"/>
        <pc:sldMkLst>
          <pc:docMk/>
          <pc:sldMk cId="1566682203" sldId="265"/>
        </pc:sldMkLst>
        <pc:spChg chg="mod">
          <ac:chgData name="Yousif Naser" userId="85e8cfa9619aad03" providerId="LiveId" clId="{DEB0D00B-37C0-4648-B923-0E12DC296918}" dt="2026-01-06T15:07:20.938" v="361" actId="1076"/>
          <ac:spMkLst>
            <pc:docMk/>
            <pc:sldMk cId="1566682203" sldId="265"/>
            <ac:spMk id="2" creationId="{096D7A63-8630-59D4-68CF-72466F5768EC}"/>
          </ac:spMkLst>
        </pc:spChg>
        <pc:spChg chg="mod">
          <ac:chgData name="Yousif Naser" userId="85e8cfa9619aad03" providerId="LiveId" clId="{DEB0D00B-37C0-4648-B923-0E12DC296918}" dt="2026-01-06T14:40:10.498" v="153" actId="1076"/>
          <ac:spMkLst>
            <pc:docMk/>
            <pc:sldMk cId="1566682203" sldId="265"/>
            <ac:spMk id="5" creationId="{02204A64-9E7E-4789-2309-5DF782723C0F}"/>
          </ac:spMkLst>
        </pc:spChg>
        <pc:picChg chg="add mod">
          <ac:chgData name="Yousif Naser" userId="85e8cfa9619aad03" providerId="LiveId" clId="{DEB0D00B-37C0-4648-B923-0E12DC296918}" dt="2026-01-06T16:08:03.702" v="607"/>
          <ac:picMkLst>
            <pc:docMk/>
            <pc:sldMk cId="1566682203" sldId="265"/>
            <ac:picMk id="3" creationId="{820FC60A-B311-8A34-E2F3-6ECD2E14DC4B}"/>
          </ac:picMkLst>
        </pc:picChg>
        <pc:picChg chg="add del mod">
          <ac:chgData name="Yousif Naser" userId="85e8cfa9619aad03" providerId="LiveId" clId="{DEB0D00B-37C0-4648-B923-0E12DC296918}" dt="2026-01-06T16:09:46.060" v="612" actId="21"/>
          <ac:picMkLst>
            <pc:docMk/>
            <pc:sldMk cId="1566682203" sldId="265"/>
            <ac:picMk id="6" creationId="{551F1958-FD43-5709-E3AE-9099A8A03E9E}"/>
          </ac:picMkLst>
        </pc:picChg>
        <pc:picChg chg="mod">
          <ac:chgData name="Yousif Naser" userId="85e8cfa9619aad03" providerId="LiveId" clId="{DEB0D00B-37C0-4648-B923-0E12DC296918}" dt="2026-01-06T16:09:40.085" v="610" actId="1076"/>
          <ac:picMkLst>
            <pc:docMk/>
            <pc:sldMk cId="1566682203" sldId="265"/>
            <ac:picMk id="7" creationId="{3149CA27-C24A-4375-8511-7DD753F3267C}"/>
          </ac:picMkLst>
        </pc:picChg>
      </pc:sldChg>
      <pc:sldChg chg="addSp modSp mod modTransition">
        <pc:chgData name="Yousif Naser" userId="85e8cfa9619aad03" providerId="LiveId" clId="{DEB0D00B-37C0-4648-B923-0E12DC296918}" dt="2026-01-06T16:14:13.229" v="647" actId="1076"/>
        <pc:sldMkLst>
          <pc:docMk/>
          <pc:sldMk cId="367170771" sldId="266"/>
        </pc:sldMkLst>
        <pc:spChg chg="mod">
          <ac:chgData name="Yousif Naser" userId="85e8cfa9619aad03" providerId="LiveId" clId="{DEB0D00B-37C0-4648-B923-0E12DC296918}" dt="2026-01-06T15:07:38.862" v="363" actId="1076"/>
          <ac:spMkLst>
            <pc:docMk/>
            <pc:sldMk cId="367170771" sldId="266"/>
            <ac:spMk id="2" creationId="{154AD207-AB3E-6F75-9498-49BEEFE0FBEF}"/>
          </ac:spMkLst>
        </pc:spChg>
        <pc:spChg chg="add mod">
          <ac:chgData name="Yousif Naser" userId="85e8cfa9619aad03" providerId="LiveId" clId="{DEB0D00B-37C0-4648-B923-0E12DC296918}" dt="2026-01-06T16:14:13.229" v="647" actId="1076"/>
          <ac:spMkLst>
            <pc:docMk/>
            <pc:sldMk cId="367170771" sldId="266"/>
            <ac:spMk id="4" creationId="{8A4ED5F4-D9E9-2155-894B-BC47FD5E8D27}"/>
          </ac:spMkLst>
        </pc:spChg>
        <pc:spChg chg="mod">
          <ac:chgData name="Yousif Naser" userId="85e8cfa9619aad03" providerId="LiveId" clId="{DEB0D00B-37C0-4648-B923-0E12DC296918}" dt="2026-01-06T14:44:00.596" v="178" actId="1076"/>
          <ac:spMkLst>
            <pc:docMk/>
            <pc:sldMk cId="367170771" sldId="266"/>
            <ac:spMk id="5" creationId="{5AD9037D-7366-E6E0-E442-6ED38276F0FF}"/>
          </ac:spMkLst>
        </pc:spChg>
        <pc:picChg chg="add mod">
          <ac:chgData name="Yousif Naser" userId="85e8cfa9619aad03" providerId="LiveId" clId="{DEB0D00B-37C0-4648-B923-0E12DC296918}" dt="2026-01-06T16:07:54.133" v="606" actId="1076"/>
          <ac:picMkLst>
            <pc:docMk/>
            <pc:sldMk cId="367170771" sldId="266"/>
            <ac:picMk id="3" creationId="{A1C8841F-52AF-71F6-90F2-DC9CBEBDE614}"/>
          </ac:picMkLst>
        </pc:picChg>
        <pc:picChg chg="mod">
          <ac:chgData name="Yousif Naser" userId="85e8cfa9619aad03" providerId="LiveId" clId="{DEB0D00B-37C0-4648-B923-0E12DC296918}" dt="2026-01-06T14:41:35.514" v="156" actId="1076"/>
          <ac:picMkLst>
            <pc:docMk/>
            <pc:sldMk cId="367170771" sldId="266"/>
            <ac:picMk id="7" creationId="{7160A2B5-8538-0DCF-807A-A031D08774DD}"/>
          </ac:picMkLst>
        </pc:picChg>
        <pc:picChg chg="mod">
          <ac:chgData name="Yousif Naser" userId="85e8cfa9619aad03" providerId="LiveId" clId="{DEB0D00B-37C0-4648-B923-0E12DC296918}" dt="2026-01-06T14:41:53.170" v="158" actId="1076"/>
          <ac:picMkLst>
            <pc:docMk/>
            <pc:sldMk cId="367170771" sldId="266"/>
            <ac:picMk id="9" creationId="{14C62C01-692F-0189-B7B8-74246922AD34}"/>
          </ac:picMkLst>
        </pc:picChg>
      </pc:sldChg>
      <pc:sldChg chg="addSp modSp mod modTransition">
        <pc:chgData name="Yousif Naser" userId="85e8cfa9619aad03" providerId="LiveId" clId="{DEB0D00B-37C0-4648-B923-0E12DC296918}" dt="2026-01-06T16:06:33.831" v="599" actId="1076"/>
        <pc:sldMkLst>
          <pc:docMk/>
          <pc:sldMk cId="1902345011" sldId="267"/>
        </pc:sldMkLst>
        <pc:spChg chg="mod">
          <ac:chgData name="Yousif Naser" userId="85e8cfa9619aad03" providerId="LiveId" clId="{DEB0D00B-37C0-4648-B923-0E12DC296918}" dt="2026-01-06T15:07:53.730" v="365" actId="1076"/>
          <ac:spMkLst>
            <pc:docMk/>
            <pc:sldMk cId="1902345011" sldId="267"/>
            <ac:spMk id="2" creationId="{18DC6E0D-8941-6277-65CC-57848201B06F}"/>
          </ac:spMkLst>
        </pc:spChg>
        <pc:spChg chg="mod">
          <ac:chgData name="Yousif Naser" userId="85e8cfa9619aad03" providerId="LiveId" clId="{DEB0D00B-37C0-4648-B923-0E12DC296918}" dt="2026-01-06T14:46:09.656" v="203" actId="1076"/>
          <ac:spMkLst>
            <pc:docMk/>
            <pc:sldMk cId="1902345011" sldId="267"/>
            <ac:spMk id="5" creationId="{B5C9B006-D3F2-F1B9-A7E4-63904E2EE4A7}"/>
          </ac:spMkLst>
        </pc:spChg>
        <pc:picChg chg="mod">
          <ac:chgData name="Yousif Naser" userId="85e8cfa9619aad03" providerId="LiveId" clId="{DEB0D00B-37C0-4648-B923-0E12DC296918}" dt="2026-01-06T14:44:43.305" v="183" actId="14100"/>
          <ac:picMkLst>
            <pc:docMk/>
            <pc:sldMk cId="1902345011" sldId="267"/>
            <ac:picMk id="11" creationId="{33297FB1-716A-D6F8-95A5-606467E21045}"/>
          </ac:picMkLst>
        </pc:picChg>
        <pc:picChg chg="add mod">
          <ac:chgData name="Yousif Naser" userId="85e8cfa9619aad03" providerId="LiveId" clId="{DEB0D00B-37C0-4648-B923-0E12DC296918}" dt="2026-01-06T16:06:33.831" v="599" actId="1076"/>
          <ac:picMkLst>
            <pc:docMk/>
            <pc:sldMk cId="1902345011" sldId="267"/>
            <ac:picMk id="12" creationId="{A209560D-5BDD-9050-6F87-F39F0EF8C61B}"/>
          </ac:picMkLst>
        </pc:picChg>
      </pc:sldChg>
      <pc:sldChg chg="addSp modSp mod modTransition">
        <pc:chgData name="Yousif Naser" userId="85e8cfa9619aad03" providerId="LiveId" clId="{DEB0D00B-37C0-4648-B923-0E12DC296918}" dt="2026-01-06T16:14:53.778" v="651" actId="1076"/>
        <pc:sldMkLst>
          <pc:docMk/>
          <pc:sldMk cId="1628228619" sldId="268"/>
        </pc:sldMkLst>
        <pc:spChg chg="mod">
          <ac:chgData name="Yousif Naser" userId="85e8cfa9619aad03" providerId="LiveId" clId="{DEB0D00B-37C0-4648-B923-0E12DC296918}" dt="2026-01-06T15:08:08.401" v="367" actId="1076"/>
          <ac:spMkLst>
            <pc:docMk/>
            <pc:sldMk cId="1628228619" sldId="268"/>
            <ac:spMk id="2" creationId="{A588193B-AFAF-A6E5-BEF0-0F4E601C2D1F}"/>
          </ac:spMkLst>
        </pc:spChg>
        <pc:spChg chg="mod">
          <ac:chgData name="Yousif Naser" userId="85e8cfa9619aad03" providerId="LiveId" clId="{DEB0D00B-37C0-4648-B923-0E12DC296918}" dt="2026-01-06T15:35:14.712" v="445" actId="1076"/>
          <ac:spMkLst>
            <pc:docMk/>
            <pc:sldMk cId="1628228619" sldId="268"/>
            <ac:spMk id="5" creationId="{B96BFD0A-D4F5-F74C-C041-1D1B9C95CCAC}"/>
          </ac:spMkLst>
        </pc:spChg>
        <pc:spChg chg="add mod">
          <ac:chgData name="Yousif Naser" userId="85e8cfa9619aad03" providerId="LiveId" clId="{DEB0D00B-37C0-4648-B923-0E12DC296918}" dt="2026-01-06T16:14:53.778" v="651" actId="1076"/>
          <ac:spMkLst>
            <pc:docMk/>
            <pc:sldMk cId="1628228619" sldId="268"/>
            <ac:spMk id="19" creationId="{CAF1EC67-D97C-CE26-3763-735E09FA8A75}"/>
          </ac:spMkLst>
        </pc:spChg>
        <pc:picChg chg="add mod">
          <ac:chgData name="Yousif Naser" userId="85e8cfa9619aad03" providerId="LiveId" clId="{DEB0D00B-37C0-4648-B923-0E12DC296918}" dt="2026-01-06T16:06:26.376" v="598" actId="1076"/>
          <ac:picMkLst>
            <pc:docMk/>
            <pc:sldMk cId="1628228619" sldId="268"/>
            <ac:picMk id="3" creationId="{0CE3940D-BB90-8222-C51E-A2B6C745BD9E}"/>
          </ac:picMkLst>
        </pc:picChg>
        <pc:picChg chg="mod">
          <ac:chgData name="Yousif Naser" userId="85e8cfa9619aad03" providerId="LiveId" clId="{DEB0D00B-37C0-4648-B923-0E12DC296918}" dt="2026-01-06T15:35:10.892" v="444" actId="1076"/>
          <ac:picMkLst>
            <pc:docMk/>
            <pc:sldMk cId="1628228619" sldId="268"/>
            <ac:picMk id="11" creationId="{A1EAFC0C-8549-0AD4-E918-7A67520053AF}"/>
          </ac:picMkLst>
        </pc:picChg>
      </pc:sldChg>
      <pc:sldChg chg="addSp delSp modSp mod modTransition">
        <pc:chgData name="Yousif Naser" userId="85e8cfa9619aad03" providerId="LiveId" clId="{DEB0D00B-37C0-4648-B923-0E12DC296918}" dt="2026-01-06T16:06:00.193" v="595" actId="1076"/>
        <pc:sldMkLst>
          <pc:docMk/>
          <pc:sldMk cId="1240586563" sldId="269"/>
        </pc:sldMkLst>
        <pc:spChg chg="mod">
          <ac:chgData name="Yousif Naser" userId="85e8cfa9619aad03" providerId="LiveId" clId="{DEB0D00B-37C0-4648-B923-0E12DC296918}" dt="2026-01-06T15:10:01.420" v="381" actId="1076"/>
          <ac:spMkLst>
            <pc:docMk/>
            <pc:sldMk cId="1240586563" sldId="269"/>
            <ac:spMk id="2" creationId="{584152C0-B9C1-5E10-D5F8-2B77A2609274}"/>
          </ac:spMkLst>
        </pc:spChg>
        <pc:spChg chg="mod">
          <ac:chgData name="Yousif Naser" userId="85e8cfa9619aad03" providerId="LiveId" clId="{DEB0D00B-37C0-4648-B923-0E12DC296918}" dt="2026-01-06T15:34:43.719" v="443" actId="1076"/>
          <ac:spMkLst>
            <pc:docMk/>
            <pc:sldMk cId="1240586563" sldId="269"/>
            <ac:spMk id="5" creationId="{DAA9A602-918E-BC1E-F459-E50106FDE1DA}"/>
          </ac:spMkLst>
        </pc:spChg>
        <pc:spChg chg="del">
          <ac:chgData name="Yousif Naser" userId="85e8cfa9619aad03" providerId="LiveId" clId="{DEB0D00B-37C0-4648-B923-0E12DC296918}" dt="2026-01-06T15:32:08.831" v="413"/>
          <ac:spMkLst>
            <pc:docMk/>
            <pc:sldMk cId="1240586563" sldId="269"/>
            <ac:spMk id="9" creationId="{8BAD4638-5734-7824-9254-1F5DF99378EB}"/>
          </ac:spMkLst>
        </pc:spChg>
        <pc:picChg chg="add mod">
          <ac:chgData name="Yousif Naser" userId="85e8cfa9619aad03" providerId="LiveId" clId="{DEB0D00B-37C0-4648-B923-0E12DC296918}" dt="2026-01-06T16:06:00.193" v="595" actId="1076"/>
          <ac:picMkLst>
            <pc:docMk/>
            <pc:sldMk cId="1240586563" sldId="269"/>
            <ac:picMk id="3" creationId="{62F6683C-3FDE-D538-5123-1707904CEF12}"/>
          </ac:picMkLst>
        </pc:picChg>
        <pc:picChg chg="add mod">
          <ac:chgData name="Yousif Naser" userId="85e8cfa9619aad03" providerId="LiveId" clId="{DEB0D00B-37C0-4648-B923-0E12DC296918}" dt="2026-01-06T15:32:37.902" v="420" actId="1076"/>
          <ac:picMkLst>
            <pc:docMk/>
            <pc:sldMk cId="1240586563" sldId="269"/>
            <ac:picMk id="7" creationId="{834B68CF-8577-378B-78BE-CF6349C3EE9B}"/>
          </ac:picMkLst>
        </pc:picChg>
      </pc:sldChg>
      <pc:sldChg chg="addSp delSp modSp mod modTransition">
        <pc:chgData name="Yousif Naser" userId="85e8cfa9619aad03" providerId="LiveId" clId="{DEB0D00B-37C0-4648-B923-0E12DC296918}" dt="2026-01-06T16:06:12.658" v="597" actId="1076"/>
        <pc:sldMkLst>
          <pc:docMk/>
          <pc:sldMk cId="3006674425" sldId="270"/>
        </pc:sldMkLst>
        <pc:spChg chg="mod">
          <ac:chgData name="Yousif Naser" userId="85e8cfa9619aad03" providerId="LiveId" clId="{DEB0D00B-37C0-4648-B923-0E12DC296918}" dt="2026-01-06T15:08:23.510" v="369" actId="1076"/>
          <ac:spMkLst>
            <pc:docMk/>
            <pc:sldMk cId="3006674425" sldId="270"/>
            <ac:spMk id="2" creationId="{B57DE3BB-35A9-E098-5345-D222A65CC227}"/>
          </ac:spMkLst>
        </pc:spChg>
        <pc:spChg chg="add del mod">
          <ac:chgData name="Yousif Naser" userId="85e8cfa9619aad03" providerId="LiveId" clId="{DEB0D00B-37C0-4648-B923-0E12DC296918}" dt="2026-01-06T15:32:14.594" v="414" actId="478"/>
          <ac:spMkLst>
            <pc:docMk/>
            <pc:sldMk cId="3006674425" sldId="270"/>
            <ac:spMk id="4" creationId="{FE1D60F9-F01F-30E5-73D8-1598565276BA}"/>
          </ac:spMkLst>
        </pc:spChg>
        <pc:spChg chg="mod">
          <ac:chgData name="Yousif Naser" userId="85e8cfa9619aad03" providerId="LiveId" clId="{DEB0D00B-37C0-4648-B923-0E12DC296918}" dt="2026-01-06T14:51:38.483" v="260" actId="1076"/>
          <ac:spMkLst>
            <pc:docMk/>
            <pc:sldMk cId="3006674425" sldId="270"/>
            <ac:spMk id="5" creationId="{DAF6A479-05EA-FB79-4757-03B7242C6D5D}"/>
          </ac:spMkLst>
        </pc:spChg>
        <pc:picChg chg="add mod">
          <ac:chgData name="Yousif Naser" userId="85e8cfa9619aad03" providerId="LiveId" clId="{DEB0D00B-37C0-4648-B923-0E12DC296918}" dt="2026-01-06T16:06:12.658" v="597" actId="1076"/>
          <ac:picMkLst>
            <pc:docMk/>
            <pc:sldMk cId="3006674425" sldId="270"/>
            <ac:picMk id="6" creationId="{93CC9109-7A74-7589-1011-90449098012C}"/>
          </ac:picMkLst>
        </pc:picChg>
        <pc:picChg chg="del mod">
          <ac:chgData name="Yousif Naser" userId="85e8cfa9619aad03" providerId="LiveId" clId="{DEB0D00B-37C0-4648-B923-0E12DC296918}" dt="2026-01-06T15:32:03.145" v="412" actId="21"/>
          <ac:picMkLst>
            <pc:docMk/>
            <pc:sldMk cId="3006674425" sldId="270"/>
            <ac:picMk id="7" creationId="{834B68CF-8577-378B-78BE-CF6349C3EE9B}"/>
          </ac:picMkLst>
        </pc:picChg>
        <pc:picChg chg="add mod">
          <ac:chgData name="Yousif Naser" userId="85e8cfa9619aad03" providerId="LiveId" clId="{DEB0D00B-37C0-4648-B923-0E12DC296918}" dt="2026-01-06T15:32:18.589" v="418" actId="1037"/>
          <ac:picMkLst>
            <pc:docMk/>
            <pc:sldMk cId="3006674425" sldId="270"/>
            <ac:picMk id="11" creationId="{9EFB1ED6-FA34-E392-57E0-6BD4FF593AEA}"/>
          </ac:picMkLst>
        </pc:picChg>
      </pc:sldChg>
      <pc:sldChg chg="addSp delSp modSp mod modTransition">
        <pc:chgData name="Yousif Naser" userId="85e8cfa9619aad03" providerId="LiveId" clId="{DEB0D00B-37C0-4648-B923-0E12DC296918}" dt="2026-01-06T15:58:31.948" v="552" actId="27349"/>
        <pc:sldMkLst>
          <pc:docMk/>
          <pc:sldMk cId="3071252063" sldId="271"/>
        </pc:sldMkLst>
        <pc:spChg chg="mod">
          <ac:chgData name="Yousif Naser" userId="85e8cfa9619aad03" providerId="LiveId" clId="{DEB0D00B-37C0-4648-B923-0E12DC296918}" dt="2026-01-06T15:08:36.312" v="371" actId="1076"/>
          <ac:spMkLst>
            <pc:docMk/>
            <pc:sldMk cId="3071252063" sldId="271"/>
            <ac:spMk id="2" creationId="{63C949A4-7799-D199-60A9-06F139637987}"/>
          </ac:spMkLst>
        </pc:spChg>
        <pc:spChg chg="add del mod">
          <ac:chgData name="Yousif Naser" userId="85e8cfa9619aad03" providerId="LiveId" clId="{DEB0D00B-37C0-4648-B923-0E12DC296918}" dt="2026-01-06T15:35:20.412" v="446" actId="478"/>
          <ac:spMkLst>
            <pc:docMk/>
            <pc:sldMk cId="3071252063" sldId="271"/>
            <ac:spMk id="4" creationId="{FD99C9C8-5F11-EE74-BD23-2300DAC545AD}"/>
          </ac:spMkLst>
        </pc:spChg>
        <pc:spChg chg="mod">
          <ac:chgData name="Yousif Naser" userId="85e8cfa9619aad03" providerId="LiveId" clId="{DEB0D00B-37C0-4648-B923-0E12DC296918}" dt="2026-01-06T15:44:27.466" v="474" actId="948"/>
          <ac:spMkLst>
            <pc:docMk/>
            <pc:sldMk cId="3071252063" sldId="271"/>
            <ac:spMk id="5" creationId="{FF77C96F-B917-1BCC-DB91-B214B9E87E0E}"/>
          </ac:spMkLst>
        </pc:spChg>
        <pc:picChg chg="add mod">
          <ac:chgData name="Yousif Naser" userId="85e8cfa9619aad03" providerId="LiveId" clId="{DEB0D00B-37C0-4648-B923-0E12DC296918}" dt="2026-01-06T15:58:31.948" v="552" actId="27349"/>
          <ac:picMkLst>
            <pc:docMk/>
            <pc:sldMk cId="3071252063" sldId="271"/>
            <ac:picMk id="7" creationId="{6ACE35BD-1512-30DB-24C2-C23B37918F73}"/>
          </ac:picMkLst>
        </pc:picChg>
        <pc:picChg chg="del mod">
          <ac:chgData name="Yousif Naser" userId="85e8cfa9619aad03" providerId="LiveId" clId="{DEB0D00B-37C0-4648-B923-0E12DC296918}" dt="2026-01-06T15:31:54.857" v="410" actId="21"/>
          <ac:picMkLst>
            <pc:docMk/>
            <pc:sldMk cId="3071252063" sldId="271"/>
            <ac:picMk id="11" creationId="{9EFB1ED6-FA34-E392-57E0-6BD4FF593AEA}"/>
          </ac:picMkLst>
        </pc:picChg>
      </pc:sldChg>
      <pc:sldChg chg="addSp modSp mod modTransition">
        <pc:chgData name="Yousif Naser" userId="85e8cfa9619aad03" providerId="LiveId" clId="{DEB0D00B-37C0-4648-B923-0E12DC296918}" dt="2026-01-06T16:00:27.759" v="560" actId="27349"/>
        <pc:sldMkLst>
          <pc:docMk/>
          <pc:sldMk cId="1363803985" sldId="272"/>
        </pc:sldMkLst>
        <pc:spChg chg="mod">
          <ac:chgData name="Yousif Naser" userId="85e8cfa9619aad03" providerId="LiveId" clId="{DEB0D00B-37C0-4648-B923-0E12DC296918}" dt="2026-01-06T15:08:46.208" v="373" actId="1076"/>
          <ac:spMkLst>
            <pc:docMk/>
            <pc:sldMk cId="1363803985" sldId="272"/>
            <ac:spMk id="2" creationId="{A683E187-2553-B8AC-C5DD-2ECCFA7EE371}"/>
          </ac:spMkLst>
        </pc:spChg>
        <pc:spChg chg="mod">
          <ac:chgData name="Yousif Naser" userId="85e8cfa9619aad03" providerId="LiveId" clId="{DEB0D00B-37C0-4648-B923-0E12DC296918}" dt="2026-01-06T15:59:55.203" v="556" actId="1076"/>
          <ac:spMkLst>
            <pc:docMk/>
            <pc:sldMk cId="1363803985" sldId="272"/>
            <ac:spMk id="3" creationId="{6C1C50D9-98CA-E60F-C45B-B96BDFC24702}"/>
          </ac:spMkLst>
        </pc:spChg>
        <pc:picChg chg="add mod">
          <ac:chgData name="Yousif Naser" userId="85e8cfa9619aad03" providerId="LiveId" clId="{DEB0D00B-37C0-4648-B923-0E12DC296918}" dt="2026-01-06T16:00:27.759" v="560" actId="27349"/>
          <ac:picMkLst>
            <pc:docMk/>
            <pc:sldMk cId="1363803985" sldId="272"/>
            <ac:picMk id="5" creationId="{5D13EFFB-FA70-FFEC-0757-27D233FF011A}"/>
          </ac:picMkLst>
        </pc:picChg>
      </pc:sldChg>
      <pc:sldChg chg="addSp modSp mod modTransition">
        <pc:chgData name="Yousif Naser" userId="85e8cfa9619aad03" providerId="LiveId" clId="{DEB0D00B-37C0-4648-B923-0E12DC296918}" dt="2026-01-06T16:01:35.269" v="565" actId="27349"/>
        <pc:sldMkLst>
          <pc:docMk/>
          <pc:sldMk cId="2423402168" sldId="273"/>
        </pc:sldMkLst>
        <pc:spChg chg="mod">
          <ac:chgData name="Yousif Naser" userId="85e8cfa9619aad03" providerId="LiveId" clId="{DEB0D00B-37C0-4648-B923-0E12DC296918}" dt="2026-01-06T15:09:07.708" v="377" actId="1076"/>
          <ac:spMkLst>
            <pc:docMk/>
            <pc:sldMk cId="2423402168" sldId="273"/>
            <ac:spMk id="2" creationId="{D6CB7798-9517-2618-15FE-EFF6AA23C0CE}"/>
          </ac:spMkLst>
        </pc:spChg>
        <pc:spChg chg="mod">
          <ac:chgData name="Yousif Naser" userId="85e8cfa9619aad03" providerId="LiveId" clId="{DEB0D00B-37C0-4648-B923-0E12DC296918}" dt="2026-01-06T15:20:14.472" v="409" actId="20577"/>
          <ac:spMkLst>
            <pc:docMk/>
            <pc:sldMk cId="2423402168" sldId="273"/>
            <ac:spMk id="3" creationId="{1AAFF98A-C779-23F8-3B9C-A8A6FB587331}"/>
          </ac:spMkLst>
        </pc:spChg>
        <pc:picChg chg="add mod">
          <ac:chgData name="Yousif Naser" userId="85e8cfa9619aad03" providerId="LiveId" clId="{DEB0D00B-37C0-4648-B923-0E12DC296918}" dt="2026-01-06T16:01:35.269" v="565" actId="27349"/>
          <ac:picMkLst>
            <pc:docMk/>
            <pc:sldMk cId="2423402168" sldId="273"/>
            <ac:picMk id="5" creationId="{8F5D84DD-226A-862A-D57A-DCACF15909BA}"/>
          </ac:picMkLst>
        </pc:picChg>
      </pc:sldChg>
      <pc:sldChg chg="addSp delSp modSp mod modTransition">
        <pc:chgData name="Yousif Naser" userId="85e8cfa9619aad03" providerId="LiveId" clId="{DEB0D00B-37C0-4648-B923-0E12DC296918}" dt="2026-01-06T16:34:28.756" v="688" actId="207"/>
        <pc:sldMkLst>
          <pc:docMk/>
          <pc:sldMk cId="4091925038" sldId="274"/>
        </pc:sldMkLst>
        <pc:spChg chg="mod">
          <ac:chgData name="Yousif Naser" userId="85e8cfa9619aad03" providerId="LiveId" clId="{DEB0D00B-37C0-4648-B923-0E12DC296918}" dt="2026-01-06T14:58:32.165" v="322" actId="1076"/>
          <ac:spMkLst>
            <pc:docMk/>
            <pc:sldMk cId="4091925038" sldId="274"/>
            <ac:spMk id="2" creationId="{E22ABF32-7104-DA06-C72C-E5DFB5E64C2C}"/>
          </ac:spMkLst>
        </pc:spChg>
        <pc:spChg chg="add mod">
          <ac:chgData name="Yousif Naser" userId="85e8cfa9619aad03" providerId="LiveId" clId="{DEB0D00B-37C0-4648-B923-0E12DC296918}" dt="2026-01-06T16:34:28.756" v="688" actId="207"/>
          <ac:spMkLst>
            <pc:docMk/>
            <pc:sldMk cId="4091925038" sldId="274"/>
            <ac:spMk id="3" creationId="{1AFDB197-3407-6CA7-0B17-A886130C106D}"/>
          </ac:spMkLst>
        </pc:spChg>
        <pc:spChg chg="add del mod">
          <ac:chgData name="Yousif Naser" userId="85e8cfa9619aad03" providerId="LiveId" clId="{DEB0D00B-37C0-4648-B923-0E12DC296918}" dt="2026-01-06T16:19:32.933" v="659" actId="478"/>
          <ac:spMkLst>
            <pc:docMk/>
            <pc:sldMk cId="4091925038" sldId="274"/>
            <ac:spMk id="4" creationId="{5684D68F-2815-5005-5A1A-01550C1FEF93}"/>
          </ac:spMkLst>
        </pc:spChg>
        <pc:picChg chg="add del mod">
          <ac:chgData name="Yousif Naser" userId="85e8cfa9619aad03" providerId="LiveId" clId="{DEB0D00B-37C0-4648-B923-0E12DC296918}" dt="2026-01-06T16:29:35.801" v="685" actId="478"/>
          <ac:picMkLst>
            <pc:docMk/>
            <pc:sldMk cId="4091925038" sldId="274"/>
            <ac:picMk id="6" creationId="{58AE7B72-42B7-FBB5-E7E5-629E731F192A}"/>
          </ac:picMkLst>
        </pc:picChg>
      </pc:sldChg>
      <pc:sldChg chg="new del">
        <pc:chgData name="Yousif Naser" userId="85e8cfa9619aad03" providerId="LiveId" clId="{DEB0D00B-37C0-4648-B923-0E12DC296918}" dt="2026-01-06T16:22:15.920" v="672" actId="2696"/>
        <pc:sldMkLst>
          <pc:docMk/>
          <pc:sldMk cId="1202114368" sldId="275"/>
        </pc:sldMkLst>
      </pc:sldChg>
    </pc:docChg>
  </pc:docChgLst>
  <pc:docChgLst>
    <pc:chgData name="Yousif Naser" userId="85e8cfa9619aad03" providerId="LiveId" clId="{2F1BC60D-952D-4C92-B14F-0A35EEEA0777}"/>
    <pc:docChg chg="undo redo custSel modSld">
      <pc:chgData name="Yousif Naser" userId="85e8cfa9619aad03" providerId="LiveId" clId="{2F1BC60D-952D-4C92-B14F-0A35EEEA0777}" dt="2026-01-07T13:06:15.937" v="1489"/>
      <pc:docMkLst>
        <pc:docMk/>
      </pc:docMkLst>
      <pc:sldChg chg="addSp delSp modSp mod delAnim modAnim">
        <pc:chgData name="Yousif Naser" userId="85e8cfa9619aad03" providerId="LiveId" clId="{2F1BC60D-952D-4C92-B14F-0A35EEEA0777}" dt="2026-01-07T10:26:42.675" v="112"/>
        <pc:sldMkLst>
          <pc:docMk/>
          <pc:sldMk cId="242961962" sldId="257"/>
        </pc:sldMkLst>
        <pc:spChg chg="add del mod">
          <ac:chgData name="Yousif Naser" userId="85e8cfa9619aad03" providerId="LiveId" clId="{2F1BC60D-952D-4C92-B14F-0A35EEEA0777}" dt="2026-01-07T10:20:43.156" v="28"/>
          <ac:spMkLst>
            <pc:docMk/>
            <pc:sldMk cId="242961962" sldId="257"/>
            <ac:spMk id="3" creationId="{B9993D79-4B10-8E31-CC4C-9A000FC51487}"/>
          </ac:spMkLst>
        </pc:spChg>
        <pc:spChg chg="add mod">
          <ac:chgData name="Yousif Naser" userId="85e8cfa9619aad03" providerId="LiveId" clId="{2F1BC60D-952D-4C92-B14F-0A35EEEA0777}" dt="2026-01-07T10:26:16.061" v="106" actId="1076"/>
          <ac:spMkLst>
            <pc:docMk/>
            <pc:sldMk cId="242961962" sldId="257"/>
            <ac:spMk id="6" creationId="{93D1D729-E36B-9747-5122-A09D808AF76B}"/>
          </ac:spMkLst>
        </pc:spChg>
        <pc:spChg chg="add mod">
          <ac:chgData name="Yousif Naser" userId="85e8cfa9619aad03" providerId="LiveId" clId="{2F1BC60D-952D-4C92-B14F-0A35EEEA0777}" dt="2026-01-07T10:26:10.547" v="105" actId="1035"/>
          <ac:spMkLst>
            <pc:docMk/>
            <pc:sldMk cId="242961962" sldId="257"/>
            <ac:spMk id="7" creationId="{75AF49FA-7B61-2AB5-C9A6-53A75258CF99}"/>
          </ac:spMkLst>
        </pc:spChg>
        <pc:spChg chg="add mod">
          <ac:chgData name="Yousif Naser" userId="85e8cfa9619aad03" providerId="LiveId" clId="{2F1BC60D-952D-4C92-B14F-0A35EEEA0777}" dt="2026-01-07T10:24:53.173" v="75" actId="1076"/>
          <ac:spMkLst>
            <pc:docMk/>
            <pc:sldMk cId="242961962" sldId="257"/>
            <ac:spMk id="8" creationId="{D163E636-8A55-E2F0-C19F-1E20CD7AD51D}"/>
          </ac:spMkLst>
        </pc:spChg>
        <pc:spChg chg="add mod">
          <ac:chgData name="Yousif Naser" userId="85e8cfa9619aad03" providerId="LiveId" clId="{2F1BC60D-952D-4C92-B14F-0A35EEEA0777}" dt="2026-01-07T10:26:10.547" v="105" actId="1035"/>
          <ac:spMkLst>
            <pc:docMk/>
            <pc:sldMk cId="242961962" sldId="257"/>
            <ac:spMk id="9" creationId="{5122BCC7-7BCC-9EE0-6894-911E4888B241}"/>
          </ac:spMkLst>
        </pc:spChg>
        <pc:spChg chg="del mod">
          <ac:chgData name="Yousif Naser" userId="85e8cfa9619aad03" providerId="LiveId" clId="{2F1BC60D-952D-4C92-B14F-0A35EEEA0777}" dt="2026-01-07T10:25:31.161" v="78" actId="478"/>
          <ac:spMkLst>
            <pc:docMk/>
            <pc:sldMk cId="242961962" sldId="257"/>
            <ac:spMk id="10" creationId="{7FEA2225-32C1-1B5F-493E-AE0233BA4104}"/>
          </ac:spMkLst>
        </pc:spChg>
      </pc:sldChg>
      <pc:sldChg chg="addSp delSp modSp mod modAnim">
        <pc:chgData name="Yousif Naser" userId="85e8cfa9619aad03" providerId="LiveId" clId="{2F1BC60D-952D-4C92-B14F-0A35EEEA0777}" dt="2026-01-07T10:39:39.350" v="456"/>
        <pc:sldMkLst>
          <pc:docMk/>
          <pc:sldMk cId="321897176" sldId="258"/>
        </pc:sldMkLst>
        <pc:spChg chg="add del mod">
          <ac:chgData name="Yousif Naser" userId="85e8cfa9619aad03" providerId="LiveId" clId="{2F1BC60D-952D-4C92-B14F-0A35EEEA0777}" dt="2026-01-07T10:32:50.513" v="190"/>
          <ac:spMkLst>
            <pc:docMk/>
            <pc:sldMk cId="321897176" sldId="258"/>
            <ac:spMk id="4" creationId="{19C7AE46-C7EF-3E10-A559-77647B2A0C4F}"/>
          </ac:spMkLst>
        </pc:spChg>
        <pc:spChg chg="add mod">
          <ac:chgData name="Yousif Naser" userId="85e8cfa9619aad03" providerId="LiveId" clId="{2F1BC60D-952D-4C92-B14F-0A35EEEA0777}" dt="2026-01-07T10:31:00.522" v="157" actId="20577"/>
          <ac:spMkLst>
            <pc:docMk/>
            <pc:sldMk cId="321897176" sldId="258"/>
            <ac:spMk id="5" creationId="{B64D4550-7B34-3780-4C2F-ACB446F29823}"/>
          </ac:spMkLst>
        </pc:spChg>
        <pc:spChg chg="add mod">
          <ac:chgData name="Yousif Naser" userId="85e8cfa9619aad03" providerId="LiveId" clId="{2F1BC60D-952D-4C92-B14F-0A35EEEA0777}" dt="2026-01-07T10:30:54.862" v="149" actId="20577"/>
          <ac:spMkLst>
            <pc:docMk/>
            <pc:sldMk cId="321897176" sldId="258"/>
            <ac:spMk id="6" creationId="{7392C8EF-1A89-0AA9-8EE7-1F092365561D}"/>
          </ac:spMkLst>
        </pc:spChg>
        <pc:spChg chg="add mod">
          <ac:chgData name="Yousif Naser" userId="85e8cfa9619aad03" providerId="LiveId" clId="{2F1BC60D-952D-4C92-B14F-0A35EEEA0777}" dt="2026-01-07T10:38:13.373" v="395" actId="1036"/>
          <ac:spMkLst>
            <pc:docMk/>
            <pc:sldMk cId="321897176" sldId="258"/>
            <ac:spMk id="7" creationId="{F39AF410-A107-F13C-4812-6CF3FAE9B1CB}"/>
          </ac:spMkLst>
        </pc:spChg>
        <pc:spChg chg="add mod">
          <ac:chgData name="Yousif Naser" userId="85e8cfa9619aad03" providerId="LiveId" clId="{2F1BC60D-952D-4C92-B14F-0A35EEEA0777}" dt="2026-01-07T10:38:08.731" v="376" actId="1036"/>
          <ac:spMkLst>
            <pc:docMk/>
            <pc:sldMk cId="321897176" sldId="258"/>
            <ac:spMk id="8" creationId="{D65A70D3-B7C4-806D-4914-8F4226C939F3}"/>
          </ac:spMkLst>
        </pc:spChg>
        <pc:spChg chg="add mod">
          <ac:chgData name="Yousif Naser" userId="85e8cfa9619aad03" providerId="LiveId" clId="{2F1BC60D-952D-4C92-B14F-0A35EEEA0777}" dt="2026-01-07T10:38:01.336" v="347" actId="1036"/>
          <ac:spMkLst>
            <pc:docMk/>
            <pc:sldMk cId="321897176" sldId="258"/>
            <ac:spMk id="9" creationId="{BDC2DC75-D90F-F0C5-5115-4BDF531D33BE}"/>
          </ac:spMkLst>
        </pc:spChg>
        <pc:spChg chg="add mod">
          <ac:chgData name="Yousif Naser" userId="85e8cfa9619aad03" providerId="LiveId" clId="{2F1BC60D-952D-4C92-B14F-0A35EEEA0777}" dt="2026-01-07T10:38:19.419" v="408" actId="1035"/>
          <ac:spMkLst>
            <pc:docMk/>
            <pc:sldMk cId="321897176" sldId="258"/>
            <ac:spMk id="10" creationId="{DF8A991A-4C5A-24B1-B4E7-C58EA14CDF99}"/>
          </ac:spMkLst>
        </pc:spChg>
        <pc:spChg chg="add mod">
          <ac:chgData name="Yousif Naser" userId="85e8cfa9619aad03" providerId="LiveId" clId="{2F1BC60D-952D-4C92-B14F-0A35EEEA0777}" dt="2026-01-07T10:38:25.097" v="416" actId="1035"/>
          <ac:spMkLst>
            <pc:docMk/>
            <pc:sldMk cId="321897176" sldId="258"/>
            <ac:spMk id="11" creationId="{DF67546F-2759-03E6-315A-12485CC416A6}"/>
          </ac:spMkLst>
        </pc:spChg>
        <pc:spChg chg="add mod">
          <ac:chgData name="Yousif Naser" userId="85e8cfa9619aad03" providerId="LiveId" clId="{2F1BC60D-952D-4C92-B14F-0A35EEEA0777}" dt="2026-01-07T10:38:38.068" v="430" actId="1036"/>
          <ac:spMkLst>
            <pc:docMk/>
            <pc:sldMk cId="321897176" sldId="258"/>
            <ac:spMk id="12" creationId="{51917416-D517-5C1B-82D7-018F2FBDE9E1}"/>
          </ac:spMkLst>
        </pc:spChg>
        <pc:spChg chg="add mod">
          <ac:chgData name="Yousif Naser" userId="85e8cfa9619aad03" providerId="LiveId" clId="{2F1BC60D-952D-4C92-B14F-0A35EEEA0777}" dt="2026-01-07T10:38:32.343" v="427" actId="1036"/>
          <ac:spMkLst>
            <pc:docMk/>
            <pc:sldMk cId="321897176" sldId="258"/>
            <ac:spMk id="13" creationId="{F2235D9F-DC28-A390-724B-C89A8DC87825}"/>
          </ac:spMkLst>
        </pc:spChg>
        <pc:spChg chg="add mod">
          <ac:chgData name="Yousif Naser" userId="85e8cfa9619aad03" providerId="LiveId" clId="{2F1BC60D-952D-4C92-B14F-0A35EEEA0777}" dt="2026-01-07T10:38:59.093" v="448" actId="14100"/>
          <ac:spMkLst>
            <pc:docMk/>
            <pc:sldMk cId="321897176" sldId="258"/>
            <ac:spMk id="14" creationId="{A508A351-BDFF-1996-E549-8C2EF29E7579}"/>
          </ac:spMkLst>
        </pc:spChg>
        <pc:spChg chg="del mod">
          <ac:chgData name="Yousif Naser" userId="85e8cfa9619aad03" providerId="LiveId" clId="{2F1BC60D-952D-4C92-B14F-0A35EEEA0777}" dt="2026-01-07T10:35:01.686" v="223" actId="478"/>
          <ac:spMkLst>
            <pc:docMk/>
            <pc:sldMk cId="321897176" sldId="258"/>
            <ac:spMk id="18" creationId="{87FF9F05-F13B-B386-0DE8-2B0CDF8B60B8}"/>
          </ac:spMkLst>
        </pc:spChg>
      </pc:sldChg>
      <pc:sldChg chg="modAnim">
        <pc:chgData name="Yousif Naser" userId="85e8cfa9619aad03" providerId="LiveId" clId="{2F1BC60D-952D-4C92-B14F-0A35EEEA0777}" dt="2026-01-07T10:41:06.438" v="461"/>
        <pc:sldMkLst>
          <pc:docMk/>
          <pc:sldMk cId="3511684918" sldId="259"/>
        </pc:sldMkLst>
      </pc:sldChg>
      <pc:sldChg chg="modSp mod modAnim">
        <pc:chgData name="Yousif Naser" userId="85e8cfa9619aad03" providerId="LiveId" clId="{2F1BC60D-952D-4C92-B14F-0A35EEEA0777}" dt="2026-01-07T12:38:57.150" v="1260" actId="1076"/>
        <pc:sldMkLst>
          <pc:docMk/>
          <pc:sldMk cId="2185104680" sldId="260"/>
        </pc:sldMkLst>
        <pc:spChg chg="mod">
          <ac:chgData name="Yousif Naser" userId="85e8cfa9619aad03" providerId="LiveId" clId="{2F1BC60D-952D-4C92-B14F-0A35EEEA0777}" dt="2026-01-07T12:38:51.594" v="1259" actId="1076"/>
          <ac:spMkLst>
            <pc:docMk/>
            <pc:sldMk cId="2185104680" sldId="260"/>
            <ac:spMk id="3" creationId="{284878DF-D708-37FF-E5AD-D60DC494E325}"/>
          </ac:spMkLst>
        </pc:spChg>
        <pc:picChg chg="mod">
          <ac:chgData name="Yousif Naser" userId="85e8cfa9619aad03" providerId="LiveId" clId="{2F1BC60D-952D-4C92-B14F-0A35EEEA0777}" dt="2026-01-07T12:38:57.150" v="1260" actId="1076"/>
          <ac:picMkLst>
            <pc:docMk/>
            <pc:sldMk cId="2185104680" sldId="260"/>
            <ac:picMk id="5" creationId="{38085724-B04B-4DA0-35DD-5C31C4669B71}"/>
          </ac:picMkLst>
        </pc:picChg>
      </pc:sldChg>
      <pc:sldChg chg="addSp delSp modSp mod modAnim">
        <pc:chgData name="Yousif Naser" userId="85e8cfa9619aad03" providerId="LiveId" clId="{2F1BC60D-952D-4C92-B14F-0A35EEEA0777}" dt="2026-01-07T11:06:43.043" v="670"/>
        <pc:sldMkLst>
          <pc:docMk/>
          <pc:sldMk cId="3824226894" sldId="261"/>
        </pc:sldMkLst>
        <pc:spChg chg="add mod">
          <ac:chgData name="Yousif Naser" userId="85e8cfa9619aad03" providerId="LiveId" clId="{2F1BC60D-952D-4C92-B14F-0A35EEEA0777}" dt="2026-01-07T11:02:53.554" v="638" actId="1036"/>
          <ac:spMkLst>
            <pc:docMk/>
            <pc:sldMk cId="3824226894" sldId="261"/>
            <ac:spMk id="3" creationId="{DF9E2CD4-C061-90F8-FD5D-F7AC65546371}"/>
          </ac:spMkLst>
        </pc:spChg>
        <pc:spChg chg="add mod">
          <ac:chgData name="Yousif Naser" userId="85e8cfa9619aad03" providerId="LiveId" clId="{2F1BC60D-952D-4C92-B14F-0A35EEEA0777}" dt="2026-01-07T11:02:53.554" v="638" actId="1036"/>
          <ac:spMkLst>
            <pc:docMk/>
            <pc:sldMk cId="3824226894" sldId="261"/>
            <ac:spMk id="6" creationId="{BABC1463-C3FA-7FE0-23A6-FDB31902A02F}"/>
          </ac:spMkLst>
        </pc:spChg>
        <pc:spChg chg="del mod">
          <ac:chgData name="Yousif Naser" userId="85e8cfa9619aad03" providerId="LiveId" clId="{2F1BC60D-952D-4C92-B14F-0A35EEEA0777}" dt="2026-01-07T10:58:26.955" v="591" actId="478"/>
          <ac:spMkLst>
            <pc:docMk/>
            <pc:sldMk cId="3824226894" sldId="261"/>
            <ac:spMk id="7" creationId="{ACF71823-6D36-6E9C-C9B2-B6E95B3D17AE}"/>
          </ac:spMkLst>
        </pc:spChg>
        <pc:spChg chg="add mod">
          <ac:chgData name="Yousif Naser" userId="85e8cfa9619aad03" providerId="LiveId" clId="{2F1BC60D-952D-4C92-B14F-0A35EEEA0777}" dt="2026-01-07T11:02:53.554" v="638" actId="1036"/>
          <ac:spMkLst>
            <pc:docMk/>
            <pc:sldMk cId="3824226894" sldId="261"/>
            <ac:spMk id="8" creationId="{46B6215D-9431-307B-0FC2-6E34AA3B0F43}"/>
          </ac:spMkLst>
        </pc:spChg>
        <pc:spChg chg="add del mod">
          <ac:chgData name="Yousif Naser" userId="85e8cfa9619aad03" providerId="LiveId" clId="{2F1BC60D-952D-4C92-B14F-0A35EEEA0777}" dt="2026-01-07T10:52:20.708" v="516" actId="21"/>
          <ac:spMkLst>
            <pc:docMk/>
            <pc:sldMk cId="3824226894" sldId="261"/>
            <ac:spMk id="9" creationId="{22E7A2F7-DD86-31B1-F0FB-D9C46E415D6E}"/>
          </ac:spMkLst>
        </pc:spChg>
        <pc:spChg chg="add mod">
          <ac:chgData name="Yousif Naser" userId="85e8cfa9619aad03" providerId="LiveId" clId="{2F1BC60D-952D-4C92-B14F-0A35EEEA0777}" dt="2026-01-07T11:02:53.554" v="638" actId="1036"/>
          <ac:spMkLst>
            <pc:docMk/>
            <pc:sldMk cId="3824226894" sldId="261"/>
            <ac:spMk id="10" creationId="{22E7A2F7-DD86-31B1-F0FB-D9C46E415D6E}"/>
          </ac:spMkLst>
        </pc:spChg>
        <pc:spChg chg="add mod">
          <ac:chgData name="Yousif Naser" userId="85e8cfa9619aad03" providerId="LiveId" clId="{2F1BC60D-952D-4C92-B14F-0A35EEEA0777}" dt="2026-01-07T11:02:53.554" v="638" actId="1036"/>
          <ac:spMkLst>
            <pc:docMk/>
            <pc:sldMk cId="3824226894" sldId="261"/>
            <ac:spMk id="11" creationId="{4A77C760-F356-B81C-4630-1923EF3A5B2C}"/>
          </ac:spMkLst>
        </pc:spChg>
        <pc:spChg chg="add mod">
          <ac:chgData name="Yousif Naser" userId="85e8cfa9619aad03" providerId="LiveId" clId="{2F1BC60D-952D-4C92-B14F-0A35EEEA0777}" dt="2026-01-07T11:02:43.150" v="630" actId="1036"/>
          <ac:spMkLst>
            <pc:docMk/>
            <pc:sldMk cId="3824226894" sldId="261"/>
            <ac:spMk id="12" creationId="{1369D3DB-BAAB-8D83-F2B9-35E1A96F2EDC}"/>
          </ac:spMkLst>
        </pc:spChg>
        <pc:spChg chg="add mod">
          <ac:chgData name="Yousif Naser" userId="85e8cfa9619aad03" providerId="LiveId" clId="{2F1BC60D-952D-4C92-B14F-0A35EEEA0777}" dt="2026-01-07T11:02:39.492" v="626" actId="1036"/>
          <ac:spMkLst>
            <pc:docMk/>
            <pc:sldMk cId="3824226894" sldId="261"/>
            <ac:spMk id="13" creationId="{CF2DBCBF-1DE6-F31C-F7D2-3E8BD6B940ED}"/>
          </ac:spMkLst>
        </pc:spChg>
        <pc:spChg chg="mod">
          <ac:chgData name="Yousif Naser" userId="85e8cfa9619aad03" providerId="LiveId" clId="{2F1BC60D-952D-4C92-B14F-0A35EEEA0777}" dt="2026-01-07T11:02:26.421" v="619" actId="1076"/>
          <ac:spMkLst>
            <pc:docMk/>
            <pc:sldMk cId="3824226894" sldId="261"/>
            <ac:spMk id="15" creationId="{89B68ACB-1086-A3B1-0922-E773FEB8EE70}"/>
          </ac:spMkLst>
        </pc:spChg>
        <pc:spChg chg="add mod">
          <ac:chgData name="Yousif Naser" userId="85e8cfa9619aad03" providerId="LiveId" clId="{2F1BC60D-952D-4C92-B14F-0A35EEEA0777}" dt="2026-01-07T11:02:39.492" v="626" actId="1036"/>
          <ac:spMkLst>
            <pc:docMk/>
            <pc:sldMk cId="3824226894" sldId="261"/>
            <ac:spMk id="18" creationId="{5F120928-8393-9BAD-51EF-DD34A0E37620}"/>
          </ac:spMkLst>
        </pc:spChg>
        <pc:spChg chg="add mod">
          <ac:chgData name="Yousif Naser" userId="85e8cfa9619aad03" providerId="LiveId" clId="{2F1BC60D-952D-4C92-B14F-0A35EEEA0777}" dt="2026-01-07T11:02:39.492" v="626" actId="1036"/>
          <ac:spMkLst>
            <pc:docMk/>
            <pc:sldMk cId="3824226894" sldId="261"/>
            <ac:spMk id="19" creationId="{10F90342-3654-3423-7169-B9B27C9138A4}"/>
          </ac:spMkLst>
        </pc:spChg>
        <pc:spChg chg="add mod">
          <ac:chgData name="Yousif Naser" userId="85e8cfa9619aad03" providerId="LiveId" clId="{2F1BC60D-952D-4C92-B14F-0A35EEEA0777}" dt="2026-01-07T11:01:13.382" v="614" actId="1076"/>
          <ac:spMkLst>
            <pc:docMk/>
            <pc:sldMk cId="3824226894" sldId="261"/>
            <ac:spMk id="20" creationId="{C3F5FDF4-5607-38AB-2DB9-0C35ECDD3EC9}"/>
          </ac:spMkLst>
        </pc:spChg>
        <pc:spChg chg="add mod">
          <ac:chgData name="Yousif Naser" userId="85e8cfa9619aad03" providerId="LiveId" clId="{2F1BC60D-952D-4C92-B14F-0A35EEEA0777}" dt="2026-01-07T11:01:07.149" v="613" actId="1038"/>
          <ac:spMkLst>
            <pc:docMk/>
            <pc:sldMk cId="3824226894" sldId="261"/>
            <ac:spMk id="21" creationId="{03200B61-EF72-1231-BF2D-957CD7DB12F4}"/>
          </ac:spMkLst>
        </pc:spChg>
        <pc:spChg chg="add mod">
          <ac:chgData name="Yousif Naser" userId="85e8cfa9619aad03" providerId="LiveId" clId="{2F1BC60D-952D-4C92-B14F-0A35EEEA0777}" dt="2026-01-07T11:01:07.149" v="613" actId="1038"/>
          <ac:spMkLst>
            <pc:docMk/>
            <pc:sldMk cId="3824226894" sldId="261"/>
            <ac:spMk id="22" creationId="{03BE90E7-31A2-B70D-9E84-E1F9588E7518}"/>
          </ac:spMkLst>
        </pc:spChg>
        <pc:spChg chg="add mod">
          <ac:chgData name="Yousif Naser" userId="85e8cfa9619aad03" providerId="LiveId" clId="{2F1BC60D-952D-4C92-B14F-0A35EEEA0777}" dt="2026-01-07T11:01:07.149" v="613" actId="1038"/>
          <ac:spMkLst>
            <pc:docMk/>
            <pc:sldMk cId="3824226894" sldId="261"/>
            <ac:spMk id="23" creationId="{F9772677-E400-B6A4-1F4B-51CFB66EF74A}"/>
          </ac:spMkLst>
        </pc:spChg>
      </pc:sldChg>
      <pc:sldChg chg="addSp delSp modSp mod modAnim">
        <pc:chgData name="Yousif Naser" userId="85e8cfa9619aad03" providerId="LiveId" clId="{2F1BC60D-952D-4C92-B14F-0A35EEEA0777}" dt="2026-01-07T13:04:15.836" v="1486"/>
        <pc:sldMkLst>
          <pc:docMk/>
          <pc:sldMk cId="2854975286" sldId="262"/>
        </pc:sldMkLst>
        <pc:spChg chg="add mod">
          <ac:chgData name="Yousif Naser" userId="85e8cfa9619aad03" providerId="LiveId" clId="{2F1BC60D-952D-4C92-B14F-0A35EEEA0777}" dt="2026-01-07T11:20:30.346" v="753" actId="1076"/>
          <ac:spMkLst>
            <pc:docMk/>
            <pc:sldMk cId="2854975286" sldId="262"/>
            <ac:spMk id="3" creationId="{790336BD-47FE-D47A-70C5-2D7D2A06BBA1}"/>
          </ac:spMkLst>
        </pc:spChg>
        <pc:spChg chg="add mod">
          <ac:chgData name="Yousif Naser" userId="85e8cfa9619aad03" providerId="LiveId" clId="{2F1BC60D-952D-4C92-B14F-0A35EEEA0777}" dt="2026-01-07T11:20:24.892" v="752" actId="1076"/>
          <ac:spMkLst>
            <pc:docMk/>
            <pc:sldMk cId="2854975286" sldId="262"/>
            <ac:spMk id="4" creationId="{C327CD87-5E46-748A-B69D-B025068C27D8}"/>
          </ac:spMkLst>
        </pc:spChg>
        <pc:spChg chg="del mod">
          <ac:chgData name="Yousif Naser" userId="85e8cfa9619aad03" providerId="LiveId" clId="{2F1BC60D-952D-4C92-B14F-0A35EEEA0777}" dt="2026-01-07T11:18:24.453" v="731" actId="478"/>
          <ac:spMkLst>
            <pc:docMk/>
            <pc:sldMk cId="2854975286" sldId="262"/>
            <ac:spMk id="5" creationId="{E69B369A-18C5-ED6F-BA15-7254B6B53F0F}"/>
          </ac:spMkLst>
        </pc:spChg>
        <pc:spChg chg="add mod">
          <ac:chgData name="Yousif Naser" userId="85e8cfa9619aad03" providerId="LiveId" clId="{2F1BC60D-952D-4C92-B14F-0A35EEEA0777}" dt="2026-01-07T11:20:17.834" v="751" actId="1076"/>
          <ac:spMkLst>
            <pc:docMk/>
            <pc:sldMk cId="2854975286" sldId="262"/>
            <ac:spMk id="6" creationId="{C08B5D36-2F7D-0AC0-B747-9BBC965C1B0C}"/>
          </ac:spMkLst>
        </pc:spChg>
        <pc:spChg chg="add mod">
          <ac:chgData name="Yousif Naser" userId="85e8cfa9619aad03" providerId="LiveId" clId="{2F1BC60D-952D-4C92-B14F-0A35EEEA0777}" dt="2026-01-07T11:20:13.685" v="750" actId="1076"/>
          <ac:spMkLst>
            <pc:docMk/>
            <pc:sldMk cId="2854975286" sldId="262"/>
            <ac:spMk id="7" creationId="{C1FB2EAC-B677-5BFF-F47F-E44776E20D2F}"/>
          </ac:spMkLst>
        </pc:spChg>
        <pc:spChg chg="add mod">
          <ac:chgData name="Yousif Naser" userId="85e8cfa9619aad03" providerId="LiveId" clId="{2F1BC60D-952D-4C92-B14F-0A35EEEA0777}" dt="2026-01-07T11:20:07.194" v="749" actId="1076"/>
          <ac:spMkLst>
            <pc:docMk/>
            <pc:sldMk cId="2854975286" sldId="262"/>
            <ac:spMk id="8" creationId="{C7AA9C8C-2F49-31E6-B559-5DB5F32F7EB5}"/>
          </ac:spMkLst>
        </pc:spChg>
        <pc:spChg chg="add mod">
          <ac:chgData name="Yousif Naser" userId="85e8cfa9619aad03" providerId="LiveId" clId="{2F1BC60D-952D-4C92-B14F-0A35EEEA0777}" dt="2026-01-07T11:20:01.939" v="748" actId="1076"/>
          <ac:spMkLst>
            <pc:docMk/>
            <pc:sldMk cId="2854975286" sldId="262"/>
            <ac:spMk id="9" creationId="{FA89CF70-7AB0-B835-4716-E83B6285399E}"/>
          </ac:spMkLst>
        </pc:spChg>
        <pc:spChg chg="add mod">
          <ac:chgData name="Yousif Naser" userId="85e8cfa9619aad03" providerId="LiveId" clId="{2F1BC60D-952D-4C92-B14F-0A35EEEA0777}" dt="2026-01-07T11:19:58.511" v="747" actId="1076"/>
          <ac:spMkLst>
            <pc:docMk/>
            <pc:sldMk cId="2854975286" sldId="262"/>
            <ac:spMk id="12" creationId="{A923461B-6E64-B02C-302F-205D9897F676}"/>
          </ac:spMkLst>
        </pc:spChg>
        <pc:spChg chg="add mod">
          <ac:chgData name="Yousif Naser" userId="85e8cfa9619aad03" providerId="LiveId" clId="{2F1BC60D-952D-4C92-B14F-0A35EEEA0777}" dt="2026-01-07T11:19:52.680" v="746" actId="1076"/>
          <ac:spMkLst>
            <pc:docMk/>
            <pc:sldMk cId="2854975286" sldId="262"/>
            <ac:spMk id="14" creationId="{04F73AAA-D1D2-1A10-8868-D4E325E80A8E}"/>
          </ac:spMkLst>
        </pc:spChg>
        <pc:spChg chg="mod">
          <ac:chgData name="Yousif Naser" userId="85e8cfa9619aad03" providerId="LiveId" clId="{2F1BC60D-952D-4C92-B14F-0A35EEEA0777}" dt="2026-01-07T11:19:48.333" v="745" actId="1076"/>
          <ac:spMkLst>
            <pc:docMk/>
            <pc:sldMk cId="2854975286" sldId="262"/>
            <ac:spMk id="18" creationId="{EBF95104-33BE-4ACD-3B85-F7B232B07C34}"/>
          </ac:spMkLst>
        </pc:spChg>
      </pc:sldChg>
      <pc:sldChg chg="addSp delSp modSp mod delAnim modAnim">
        <pc:chgData name="Yousif Naser" userId="85e8cfa9619aad03" providerId="LiveId" clId="{2F1BC60D-952D-4C92-B14F-0A35EEEA0777}" dt="2026-01-07T11:32:04.712" v="851" actId="21"/>
        <pc:sldMkLst>
          <pc:docMk/>
          <pc:sldMk cId="2685223801" sldId="263"/>
        </pc:sldMkLst>
        <pc:spChg chg="add mod">
          <ac:chgData name="Yousif Naser" userId="85e8cfa9619aad03" providerId="LiveId" clId="{2F1BC60D-952D-4C92-B14F-0A35EEEA0777}" dt="2026-01-07T11:29:45.366" v="827" actId="1076"/>
          <ac:spMkLst>
            <pc:docMk/>
            <pc:sldMk cId="2685223801" sldId="263"/>
            <ac:spMk id="3" creationId="{2B96173C-66E6-A92D-ED97-85F7FD07C02B}"/>
          </ac:spMkLst>
        </pc:spChg>
        <pc:spChg chg="add mod">
          <ac:chgData name="Yousif Naser" userId="85e8cfa9619aad03" providerId="LiveId" clId="{2F1BC60D-952D-4C92-B14F-0A35EEEA0777}" dt="2026-01-07T11:29:49.890" v="828" actId="1076"/>
          <ac:spMkLst>
            <pc:docMk/>
            <pc:sldMk cId="2685223801" sldId="263"/>
            <ac:spMk id="4" creationId="{7F04249A-75D0-6023-9CE8-A66D49E74297}"/>
          </ac:spMkLst>
        </pc:spChg>
        <pc:spChg chg="del mod">
          <ac:chgData name="Yousif Naser" userId="85e8cfa9619aad03" providerId="LiveId" clId="{2F1BC60D-952D-4C92-B14F-0A35EEEA0777}" dt="2026-01-07T11:28:32.298" v="815" actId="478"/>
          <ac:spMkLst>
            <pc:docMk/>
            <pc:sldMk cId="2685223801" sldId="263"/>
            <ac:spMk id="5" creationId="{89AEAD64-704B-B2CA-BDE5-ECEBC346C339}"/>
          </ac:spMkLst>
        </pc:spChg>
        <pc:spChg chg="add mod">
          <ac:chgData name="Yousif Naser" userId="85e8cfa9619aad03" providerId="LiveId" clId="{2F1BC60D-952D-4C92-B14F-0A35EEEA0777}" dt="2026-01-07T11:29:54.160" v="829" actId="1076"/>
          <ac:spMkLst>
            <pc:docMk/>
            <pc:sldMk cId="2685223801" sldId="263"/>
            <ac:spMk id="6" creationId="{D6056EF0-2DAB-9DBA-D6BB-B44335C8AB78}"/>
          </ac:spMkLst>
        </pc:spChg>
        <pc:spChg chg="add mod">
          <ac:chgData name="Yousif Naser" userId="85e8cfa9619aad03" providerId="LiveId" clId="{2F1BC60D-952D-4C92-B14F-0A35EEEA0777}" dt="2026-01-07T11:29:58.069" v="830" actId="1076"/>
          <ac:spMkLst>
            <pc:docMk/>
            <pc:sldMk cId="2685223801" sldId="263"/>
            <ac:spMk id="9" creationId="{F8C844B1-06A7-03C0-8A31-8D60DF2E9109}"/>
          </ac:spMkLst>
        </pc:spChg>
        <pc:spChg chg="add mod">
          <ac:chgData name="Yousif Naser" userId="85e8cfa9619aad03" providerId="LiveId" clId="{2F1BC60D-952D-4C92-B14F-0A35EEEA0777}" dt="2026-01-07T11:30:03.697" v="831" actId="1076"/>
          <ac:spMkLst>
            <pc:docMk/>
            <pc:sldMk cId="2685223801" sldId="263"/>
            <ac:spMk id="10" creationId="{78E95AE5-43AA-B062-8114-B492D5A61A1F}"/>
          </ac:spMkLst>
        </pc:spChg>
        <pc:spChg chg="add mod">
          <ac:chgData name="Yousif Naser" userId="85e8cfa9619aad03" providerId="LiveId" clId="{2F1BC60D-952D-4C92-B14F-0A35EEEA0777}" dt="2026-01-07T11:28:50.531" v="818" actId="14100"/>
          <ac:spMkLst>
            <pc:docMk/>
            <pc:sldMk cId="2685223801" sldId="263"/>
            <ac:spMk id="11" creationId="{76A7FEF2-0C51-E993-B21A-8B2B9C2458F0}"/>
          </ac:spMkLst>
        </pc:spChg>
        <pc:spChg chg="add del mod">
          <ac:chgData name="Yousif Naser" userId="85e8cfa9619aad03" providerId="LiveId" clId="{2F1BC60D-952D-4C92-B14F-0A35EEEA0777}" dt="2026-01-07T11:31:35.572" v="844" actId="21"/>
          <ac:spMkLst>
            <pc:docMk/>
            <pc:sldMk cId="2685223801" sldId="263"/>
            <ac:spMk id="12" creationId="{6850CB14-D947-BBDD-1712-8B49C306DA64}"/>
          </ac:spMkLst>
        </pc:spChg>
        <pc:spChg chg="add del mod">
          <ac:chgData name="Yousif Naser" userId="85e8cfa9619aad03" providerId="LiveId" clId="{2F1BC60D-952D-4C92-B14F-0A35EEEA0777}" dt="2026-01-07T11:32:04.712" v="851" actId="21"/>
          <ac:spMkLst>
            <pc:docMk/>
            <pc:sldMk cId="2685223801" sldId="263"/>
            <ac:spMk id="13" creationId="{544E93A9-153D-DBAE-0BDA-C4838423771D}"/>
          </ac:spMkLst>
        </pc:spChg>
      </pc:sldChg>
      <pc:sldChg chg="addSp delSp modSp mod delAnim modAnim">
        <pc:chgData name="Yousif Naser" userId="85e8cfa9619aad03" providerId="LiveId" clId="{2F1BC60D-952D-4C92-B14F-0A35EEEA0777}" dt="2026-01-07T12:00:33.815" v="904" actId="21"/>
        <pc:sldMkLst>
          <pc:docMk/>
          <pc:sldMk cId="1431637246" sldId="264"/>
        </pc:sldMkLst>
        <pc:spChg chg="add del mod">
          <ac:chgData name="Yousif Naser" userId="85e8cfa9619aad03" providerId="LiveId" clId="{2F1BC60D-952D-4C92-B14F-0A35EEEA0777}" dt="2026-01-07T11:33:03.870" v="864" actId="21"/>
          <ac:spMkLst>
            <pc:docMk/>
            <pc:sldMk cId="1431637246" sldId="264"/>
            <ac:spMk id="4" creationId="{98749088-7DAD-7F66-BC07-97291165DFB3}"/>
          </ac:spMkLst>
        </pc:spChg>
        <pc:spChg chg="del mod">
          <ac:chgData name="Yousif Naser" userId="85e8cfa9619aad03" providerId="LiveId" clId="{2F1BC60D-952D-4C92-B14F-0A35EEEA0777}" dt="2026-01-07T11:33:52.754" v="878" actId="478"/>
          <ac:spMkLst>
            <pc:docMk/>
            <pc:sldMk cId="1431637246" sldId="264"/>
            <ac:spMk id="5" creationId="{B2A56F10-35EE-C310-0395-15D83FE82900}"/>
          </ac:spMkLst>
        </pc:spChg>
        <pc:spChg chg="add mod">
          <ac:chgData name="Yousif Naser" userId="85e8cfa9619aad03" providerId="LiveId" clId="{2F1BC60D-952D-4C92-B14F-0A35EEEA0777}" dt="2026-01-07T11:34:21.548" v="883" actId="1076"/>
          <ac:spMkLst>
            <pc:docMk/>
            <pc:sldMk cId="1431637246" sldId="264"/>
            <ac:spMk id="6" creationId="{98749088-7DAD-7F66-BC07-97291165DFB3}"/>
          </ac:spMkLst>
        </pc:spChg>
        <pc:spChg chg="add mod">
          <ac:chgData name="Yousif Naser" userId="85e8cfa9619aad03" providerId="LiveId" clId="{2F1BC60D-952D-4C92-B14F-0A35EEEA0777}" dt="2026-01-07T11:34:16.434" v="882" actId="1076"/>
          <ac:spMkLst>
            <pc:docMk/>
            <pc:sldMk cId="1431637246" sldId="264"/>
            <ac:spMk id="8" creationId="{D0635F45-C123-18AF-273A-52B4B5ADA758}"/>
          </ac:spMkLst>
        </pc:spChg>
        <pc:spChg chg="add mod">
          <ac:chgData name="Yousif Naser" userId="85e8cfa9619aad03" providerId="LiveId" clId="{2F1BC60D-952D-4C92-B14F-0A35EEEA0777}" dt="2026-01-07T11:34:36.292" v="886" actId="1076"/>
          <ac:spMkLst>
            <pc:docMk/>
            <pc:sldMk cId="1431637246" sldId="264"/>
            <ac:spMk id="9" creationId="{7208EFA5-CA18-447A-0AD7-ED579DD79A1F}"/>
          </ac:spMkLst>
        </pc:spChg>
        <pc:spChg chg="add mod">
          <ac:chgData name="Yousif Naser" userId="85e8cfa9619aad03" providerId="LiveId" clId="{2F1BC60D-952D-4C92-B14F-0A35EEEA0777}" dt="2026-01-07T11:34:05.493" v="880" actId="1076"/>
          <ac:spMkLst>
            <pc:docMk/>
            <pc:sldMk cId="1431637246" sldId="264"/>
            <ac:spMk id="10" creationId="{96946346-4489-86B0-1DE5-2E70D2A81FD0}"/>
          </ac:spMkLst>
        </pc:spChg>
        <pc:spChg chg="add del mod">
          <ac:chgData name="Yousif Naser" userId="85e8cfa9619aad03" providerId="LiveId" clId="{2F1BC60D-952D-4C92-B14F-0A35EEEA0777}" dt="2026-01-07T11:58:32.629" v="891" actId="21"/>
          <ac:spMkLst>
            <pc:docMk/>
            <pc:sldMk cId="1431637246" sldId="264"/>
            <ac:spMk id="11" creationId="{B98F2235-5340-7EBE-166D-59D79A3897DD}"/>
          </ac:spMkLst>
        </pc:spChg>
        <pc:spChg chg="add mod">
          <ac:chgData name="Yousif Naser" userId="85e8cfa9619aad03" providerId="LiveId" clId="{2F1BC60D-952D-4C92-B14F-0A35EEEA0777}" dt="2026-01-07T11:34:31.662" v="885" actId="1076"/>
          <ac:spMkLst>
            <pc:docMk/>
            <pc:sldMk cId="1431637246" sldId="264"/>
            <ac:spMk id="12" creationId="{6850CB14-D947-BBDD-1712-8B49C306DA64}"/>
          </ac:spMkLst>
        </pc:spChg>
        <pc:spChg chg="add mod">
          <ac:chgData name="Yousif Naser" userId="85e8cfa9619aad03" providerId="LiveId" clId="{2F1BC60D-952D-4C92-B14F-0A35EEEA0777}" dt="2026-01-07T11:34:28.094" v="884" actId="1076"/>
          <ac:spMkLst>
            <pc:docMk/>
            <pc:sldMk cId="1431637246" sldId="264"/>
            <ac:spMk id="13" creationId="{544E93A9-153D-DBAE-0BDA-C4838423771D}"/>
          </ac:spMkLst>
        </pc:spChg>
        <pc:spChg chg="add del mod">
          <ac:chgData name="Yousif Naser" userId="85e8cfa9619aad03" providerId="LiveId" clId="{2F1BC60D-952D-4C92-B14F-0A35EEEA0777}" dt="2026-01-07T12:00:33.815" v="904" actId="21"/>
          <ac:spMkLst>
            <pc:docMk/>
            <pc:sldMk cId="1431637246" sldId="264"/>
            <ac:spMk id="14" creationId="{53AA0EAD-A398-2C33-F113-8F0823FFA797}"/>
          </ac:spMkLst>
        </pc:spChg>
      </pc:sldChg>
      <pc:sldChg chg="addSp delSp modSp mod delAnim modAnim">
        <pc:chgData name="Yousif Naser" userId="85e8cfa9619aad03" providerId="LiveId" clId="{2F1BC60D-952D-4C92-B14F-0A35EEEA0777}" dt="2026-01-07T13:06:15.937" v="1489"/>
        <pc:sldMkLst>
          <pc:docMk/>
          <pc:sldMk cId="1566682203" sldId="265"/>
        </pc:sldMkLst>
        <pc:spChg chg="add mod">
          <ac:chgData name="Yousif Naser" userId="85e8cfa9619aad03" providerId="LiveId" clId="{2F1BC60D-952D-4C92-B14F-0A35EEEA0777}" dt="2026-01-07T12:04:39.343" v="971" actId="1035"/>
          <ac:spMkLst>
            <pc:docMk/>
            <pc:sldMk cId="1566682203" sldId="265"/>
            <ac:spMk id="4" creationId="{E0FD3C9A-B3C1-8B48-5AFE-3D50E3AE5AD3}"/>
          </ac:spMkLst>
        </pc:spChg>
        <pc:spChg chg="del mod">
          <ac:chgData name="Yousif Naser" userId="85e8cfa9619aad03" providerId="LiveId" clId="{2F1BC60D-952D-4C92-B14F-0A35EEEA0777}" dt="2026-01-07T12:03:09.979" v="924" actId="478"/>
          <ac:spMkLst>
            <pc:docMk/>
            <pc:sldMk cId="1566682203" sldId="265"/>
            <ac:spMk id="5" creationId="{02204A64-9E7E-4789-2309-5DF782723C0F}"/>
          </ac:spMkLst>
        </pc:spChg>
        <pc:spChg chg="add mod">
          <ac:chgData name="Yousif Naser" userId="85e8cfa9619aad03" providerId="LiveId" clId="{2F1BC60D-952D-4C92-B14F-0A35EEEA0777}" dt="2026-01-07T12:04:33.321" v="958" actId="1035"/>
          <ac:spMkLst>
            <pc:docMk/>
            <pc:sldMk cId="1566682203" sldId="265"/>
            <ac:spMk id="6" creationId="{EF946686-B7B1-2D3E-3123-5321688B6D71}"/>
          </ac:spMkLst>
        </pc:spChg>
        <pc:spChg chg="add mod">
          <ac:chgData name="Yousif Naser" userId="85e8cfa9619aad03" providerId="LiveId" clId="{2F1BC60D-952D-4C92-B14F-0A35EEEA0777}" dt="2026-01-07T12:04:36.247" v="964" actId="1035"/>
          <ac:spMkLst>
            <pc:docMk/>
            <pc:sldMk cId="1566682203" sldId="265"/>
            <ac:spMk id="8" creationId="{6E777E01-BA22-209A-2736-A46553570D71}"/>
          </ac:spMkLst>
        </pc:spChg>
        <pc:spChg chg="add mod">
          <ac:chgData name="Yousif Naser" userId="85e8cfa9619aad03" providerId="LiveId" clId="{2F1BC60D-952D-4C92-B14F-0A35EEEA0777}" dt="2026-01-07T12:03:57.300" v="936" actId="1076"/>
          <ac:spMkLst>
            <pc:docMk/>
            <pc:sldMk cId="1566682203" sldId="265"/>
            <ac:spMk id="9" creationId="{1736A58E-9A31-9C6A-96B0-A6A4E90A8CE3}"/>
          </ac:spMkLst>
        </pc:spChg>
        <pc:spChg chg="add del mod">
          <ac:chgData name="Yousif Naser" userId="85e8cfa9619aad03" providerId="LiveId" clId="{2F1BC60D-952D-4C92-B14F-0A35EEEA0777}" dt="2026-01-07T12:10:35.790" v="979" actId="21"/>
          <ac:spMkLst>
            <pc:docMk/>
            <pc:sldMk cId="1566682203" sldId="265"/>
            <ac:spMk id="10" creationId="{FDE9BB69-DB68-0EAF-AC25-3C04F76F9A8D}"/>
          </ac:spMkLst>
        </pc:spChg>
        <pc:spChg chg="add mod">
          <ac:chgData name="Yousif Naser" userId="85e8cfa9619aad03" providerId="LiveId" clId="{2F1BC60D-952D-4C92-B14F-0A35EEEA0777}" dt="2026-01-07T12:04:25.601" v="941" actId="1076"/>
          <ac:spMkLst>
            <pc:docMk/>
            <pc:sldMk cId="1566682203" sldId="265"/>
            <ac:spMk id="11" creationId="{B98F2235-5340-7EBE-166D-59D79A3897DD}"/>
          </ac:spMkLst>
        </pc:spChg>
        <pc:spChg chg="add del mod">
          <ac:chgData name="Yousif Naser" userId="85e8cfa9619aad03" providerId="LiveId" clId="{2F1BC60D-952D-4C92-B14F-0A35EEEA0777}" dt="2026-01-07T12:11:00.315" v="986" actId="21"/>
          <ac:spMkLst>
            <pc:docMk/>
            <pc:sldMk cId="1566682203" sldId="265"/>
            <ac:spMk id="12" creationId="{B4C9E5E8-18D9-AC6E-8065-2126F10C2874}"/>
          </ac:spMkLst>
        </pc:spChg>
        <pc:spChg chg="add mod">
          <ac:chgData name="Yousif Naser" userId="85e8cfa9619aad03" providerId="LiveId" clId="{2F1BC60D-952D-4C92-B14F-0A35EEEA0777}" dt="2026-01-07T12:04:29.555" v="949" actId="1035"/>
          <ac:spMkLst>
            <pc:docMk/>
            <pc:sldMk cId="1566682203" sldId="265"/>
            <ac:spMk id="14" creationId="{53AA0EAD-A398-2C33-F113-8F0823FFA797}"/>
          </ac:spMkLst>
        </pc:spChg>
      </pc:sldChg>
      <pc:sldChg chg="addSp delSp modSp mod delAnim modAnim">
        <pc:chgData name="Yousif Naser" userId="85e8cfa9619aad03" providerId="LiveId" clId="{2F1BC60D-952D-4C92-B14F-0A35EEEA0777}" dt="2026-01-07T12:18:56.918" v="1050" actId="21"/>
        <pc:sldMkLst>
          <pc:docMk/>
          <pc:sldMk cId="367170771" sldId="266"/>
        </pc:sldMkLst>
        <pc:spChg chg="mod">
          <ac:chgData name="Yousif Naser" userId="85e8cfa9619aad03" providerId="LiveId" clId="{2F1BC60D-952D-4C92-B14F-0A35EEEA0777}" dt="2026-01-07T12:12:55.205" v="1016" actId="1076"/>
          <ac:spMkLst>
            <pc:docMk/>
            <pc:sldMk cId="367170771" sldId="266"/>
            <ac:spMk id="4" creationId="{8A4ED5F4-D9E9-2155-894B-BC47FD5E8D27}"/>
          </ac:spMkLst>
        </pc:spChg>
        <pc:spChg chg="del mod">
          <ac:chgData name="Yousif Naser" userId="85e8cfa9619aad03" providerId="LiveId" clId="{2F1BC60D-952D-4C92-B14F-0A35EEEA0777}" dt="2026-01-07T12:12:36.457" v="1014" actId="478"/>
          <ac:spMkLst>
            <pc:docMk/>
            <pc:sldMk cId="367170771" sldId="266"/>
            <ac:spMk id="5" creationId="{5AD9037D-7366-E6E0-E442-6ED38276F0FF}"/>
          </ac:spMkLst>
        </pc:spChg>
        <pc:spChg chg="add mod">
          <ac:chgData name="Yousif Naser" userId="85e8cfa9619aad03" providerId="LiveId" clId="{2F1BC60D-952D-4C92-B14F-0A35EEEA0777}" dt="2026-01-07T12:14:12.442" v="1029" actId="1076"/>
          <ac:spMkLst>
            <pc:docMk/>
            <pc:sldMk cId="367170771" sldId="266"/>
            <ac:spMk id="6" creationId="{A7CDB5AB-C563-6F9D-6886-F5A23BC2A12D}"/>
          </ac:spMkLst>
        </pc:spChg>
        <pc:spChg chg="add mod">
          <ac:chgData name="Yousif Naser" userId="85e8cfa9619aad03" providerId="LiveId" clId="{2F1BC60D-952D-4C92-B14F-0A35EEEA0777}" dt="2026-01-07T12:14:08.807" v="1028" actId="1076"/>
          <ac:spMkLst>
            <pc:docMk/>
            <pc:sldMk cId="367170771" sldId="266"/>
            <ac:spMk id="8" creationId="{AB316D50-E8CD-C902-E5C1-0A9E3BC68BD4}"/>
          </ac:spMkLst>
        </pc:spChg>
        <pc:spChg chg="add mod">
          <ac:chgData name="Yousif Naser" userId="85e8cfa9619aad03" providerId="LiveId" clId="{2F1BC60D-952D-4C92-B14F-0A35EEEA0777}" dt="2026-01-07T12:14:26.483" v="1031" actId="1076"/>
          <ac:spMkLst>
            <pc:docMk/>
            <pc:sldMk cId="367170771" sldId="266"/>
            <ac:spMk id="10" creationId="{FDE9BB69-DB68-0EAF-AC25-3C04F76F9A8D}"/>
          </ac:spMkLst>
        </pc:spChg>
        <pc:spChg chg="add mod">
          <ac:chgData name="Yousif Naser" userId="85e8cfa9619aad03" providerId="LiveId" clId="{2F1BC60D-952D-4C92-B14F-0A35EEEA0777}" dt="2026-01-07T12:14:35.981" v="1033" actId="1076"/>
          <ac:spMkLst>
            <pc:docMk/>
            <pc:sldMk cId="367170771" sldId="266"/>
            <ac:spMk id="11" creationId="{9476177F-83B8-1BD9-277F-E5BECCB48C62}"/>
          </ac:spMkLst>
        </pc:spChg>
        <pc:spChg chg="add mod">
          <ac:chgData name="Yousif Naser" userId="85e8cfa9619aad03" providerId="LiveId" clId="{2F1BC60D-952D-4C92-B14F-0A35EEEA0777}" dt="2026-01-07T12:14:18.352" v="1030" actId="1076"/>
          <ac:spMkLst>
            <pc:docMk/>
            <pc:sldMk cId="367170771" sldId="266"/>
            <ac:spMk id="12" creationId="{B4C9E5E8-18D9-AC6E-8065-2126F10C2874}"/>
          </ac:spMkLst>
        </pc:spChg>
        <pc:spChg chg="add mod">
          <ac:chgData name="Yousif Naser" userId="85e8cfa9619aad03" providerId="LiveId" clId="{2F1BC60D-952D-4C92-B14F-0A35EEEA0777}" dt="2026-01-07T12:14:31.216" v="1032" actId="1076"/>
          <ac:spMkLst>
            <pc:docMk/>
            <pc:sldMk cId="367170771" sldId="266"/>
            <ac:spMk id="13" creationId="{7F0925B0-838E-C7F6-D655-6FC785CBD2F4}"/>
          </ac:spMkLst>
        </pc:spChg>
        <pc:spChg chg="add del mod">
          <ac:chgData name="Yousif Naser" userId="85e8cfa9619aad03" providerId="LiveId" clId="{2F1BC60D-952D-4C92-B14F-0A35EEEA0777}" dt="2026-01-07T12:18:33.089" v="1043" actId="21"/>
          <ac:spMkLst>
            <pc:docMk/>
            <pc:sldMk cId="367170771" sldId="266"/>
            <ac:spMk id="14" creationId="{C06E1E12-459B-6BF7-F644-58AE8C7D3623}"/>
          </ac:spMkLst>
        </pc:spChg>
        <pc:spChg chg="add del mod">
          <ac:chgData name="Yousif Naser" userId="85e8cfa9619aad03" providerId="LiveId" clId="{2F1BC60D-952D-4C92-B14F-0A35EEEA0777}" dt="2026-01-07T12:18:56.918" v="1050" actId="21"/>
          <ac:spMkLst>
            <pc:docMk/>
            <pc:sldMk cId="367170771" sldId="266"/>
            <ac:spMk id="15" creationId="{DC5145C1-9AB7-96D5-05E5-85D8322341E9}"/>
          </ac:spMkLst>
        </pc:spChg>
      </pc:sldChg>
      <pc:sldChg chg="addSp delSp modSp mod delAnim modAnim">
        <pc:chgData name="Yousif Naser" userId="85e8cfa9619aad03" providerId="LiveId" clId="{2F1BC60D-952D-4C92-B14F-0A35EEEA0777}" dt="2026-01-07T12:24:15.149" v="1105" actId="21"/>
        <pc:sldMkLst>
          <pc:docMk/>
          <pc:sldMk cId="1902345011" sldId="267"/>
        </pc:sldMkLst>
        <pc:spChg chg="add mod">
          <ac:chgData name="Yousif Naser" userId="85e8cfa9619aad03" providerId="LiveId" clId="{2F1BC60D-952D-4C92-B14F-0A35EEEA0777}" dt="2026-01-07T12:21:46.076" v="1090" actId="1076"/>
          <ac:spMkLst>
            <pc:docMk/>
            <pc:sldMk cId="1902345011" sldId="267"/>
            <ac:spMk id="3" creationId="{AEF85B28-DB8B-1D1A-4903-0B0E634D799B}"/>
          </ac:spMkLst>
        </pc:spChg>
        <pc:spChg chg="add mod">
          <ac:chgData name="Yousif Naser" userId="85e8cfa9619aad03" providerId="LiveId" clId="{2F1BC60D-952D-4C92-B14F-0A35EEEA0777}" dt="2026-01-07T12:21:41.875" v="1089" actId="1076"/>
          <ac:spMkLst>
            <pc:docMk/>
            <pc:sldMk cId="1902345011" sldId="267"/>
            <ac:spMk id="4" creationId="{880A590F-7F46-CEF2-7784-8CD43C2F1F8B}"/>
          </ac:spMkLst>
        </pc:spChg>
        <pc:spChg chg="del mod">
          <ac:chgData name="Yousif Naser" userId="85e8cfa9619aad03" providerId="LiveId" clId="{2F1BC60D-952D-4C92-B14F-0A35EEEA0777}" dt="2026-01-07T12:20:26.668" v="1074" actId="478"/>
          <ac:spMkLst>
            <pc:docMk/>
            <pc:sldMk cId="1902345011" sldId="267"/>
            <ac:spMk id="5" creationId="{B5C9B006-D3F2-F1B9-A7E4-63904E2EE4A7}"/>
          </ac:spMkLst>
        </pc:spChg>
        <pc:spChg chg="add mod">
          <ac:chgData name="Yousif Naser" userId="85e8cfa9619aad03" providerId="LiveId" clId="{2F1BC60D-952D-4C92-B14F-0A35EEEA0777}" dt="2026-01-07T12:21:37.764" v="1088" actId="1076"/>
          <ac:spMkLst>
            <pc:docMk/>
            <pc:sldMk cId="1902345011" sldId="267"/>
            <ac:spMk id="6" creationId="{97F24AC1-9AD2-3E30-3FB1-0BD4971C3A2C}"/>
          </ac:spMkLst>
        </pc:spChg>
        <pc:spChg chg="add mod">
          <ac:chgData name="Yousif Naser" userId="85e8cfa9619aad03" providerId="LiveId" clId="{2F1BC60D-952D-4C92-B14F-0A35EEEA0777}" dt="2026-01-07T12:21:35.046" v="1087" actId="1076"/>
          <ac:spMkLst>
            <pc:docMk/>
            <pc:sldMk cId="1902345011" sldId="267"/>
            <ac:spMk id="7" creationId="{68A6F3F6-18F1-B248-541C-3B7C0A724B38}"/>
          </ac:spMkLst>
        </pc:spChg>
        <pc:spChg chg="add del mod">
          <ac:chgData name="Yousif Naser" userId="85e8cfa9619aad03" providerId="LiveId" clId="{2F1BC60D-952D-4C92-B14F-0A35EEEA0777}" dt="2026-01-07T12:23:46.732" v="1097" actId="21"/>
          <ac:spMkLst>
            <pc:docMk/>
            <pc:sldMk cId="1902345011" sldId="267"/>
            <ac:spMk id="8" creationId="{9741A5CA-45F8-E411-E70A-577897731649}"/>
          </ac:spMkLst>
        </pc:spChg>
        <pc:spChg chg="add del mod">
          <ac:chgData name="Yousif Naser" userId="85e8cfa9619aad03" providerId="LiveId" clId="{2F1BC60D-952D-4C92-B14F-0A35EEEA0777}" dt="2026-01-07T12:24:15.149" v="1105" actId="21"/>
          <ac:spMkLst>
            <pc:docMk/>
            <pc:sldMk cId="1902345011" sldId="267"/>
            <ac:spMk id="9" creationId="{89836D99-EAFF-8C9F-C3DF-D50F2F39B1E1}"/>
          </ac:spMkLst>
        </pc:spChg>
        <pc:spChg chg="add mod">
          <ac:chgData name="Yousif Naser" userId="85e8cfa9619aad03" providerId="LiveId" clId="{2F1BC60D-952D-4C92-B14F-0A35EEEA0777}" dt="2026-01-07T12:21:53.727" v="1092" actId="1076"/>
          <ac:spMkLst>
            <pc:docMk/>
            <pc:sldMk cId="1902345011" sldId="267"/>
            <ac:spMk id="14" creationId="{C06E1E12-459B-6BF7-F644-58AE8C7D3623}"/>
          </ac:spMkLst>
        </pc:spChg>
        <pc:spChg chg="add mod">
          <ac:chgData name="Yousif Naser" userId="85e8cfa9619aad03" providerId="LiveId" clId="{2F1BC60D-952D-4C92-B14F-0A35EEEA0777}" dt="2026-01-07T12:21:50.284" v="1091" actId="1076"/>
          <ac:spMkLst>
            <pc:docMk/>
            <pc:sldMk cId="1902345011" sldId="267"/>
            <ac:spMk id="15" creationId="{DC5145C1-9AB7-96D5-05E5-85D8322341E9}"/>
          </ac:spMkLst>
        </pc:spChg>
      </pc:sldChg>
      <pc:sldChg chg="addSp delSp modSp mod delAnim modAnim">
        <pc:chgData name="Yousif Naser" userId="85e8cfa9619aad03" providerId="LiveId" clId="{2F1BC60D-952D-4C92-B14F-0A35EEEA0777}" dt="2026-01-07T12:29:30.181" v="1158" actId="21"/>
        <pc:sldMkLst>
          <pc:docMk/>
          <pc:sldMk cId="1628228619" sldId="268"/>
        </pc:sldMkLst>
        <pc:spChg chg="add mod">
          <ac:chgData name="Yousif Naser" userId="85e8cfa9619aad03" providerId="LiveId" clId="{2F1BC60D-952D-4C92-B14F-0A35EEEA0777}" dt="2026-01-07T12:27:26.404" v="1144" actId="1076"/>
          <ac:spMkLst>
            <pc:docMk/>
            <pc:sldMk cId="1628228619" sldId="268"/>
            <ac:spMk id="4" creationId="{20911BFD-0478-FB9A-FBBB-8A00930EF482}"/>
          </ac:spMkLst>
        </pc:spChg>
        <pc:spChg chg="del mod">
          <ac:chgData name="Yousif Naser" userId="85e8cfa9619aad03" providerId="LiveId" clId="{2F1BC60D-952D-4C92-B14F-0A35EEEA0777}" dt="2026-01-07T12:26:41.976" v="1135" actId="478"/>
          <ac:spMkLst>
            <pc:docMk/>
            <pc:sldMk cId="1628228619" sldId="268"/>
            <ac:spMk id="5" creationId="{B96BFD0A-D4F5-F74C-C041-1D1B9C95CCAC}"/>
          </ac:spMkLst>
        </pc:spChg>
        <pc:spChg chg="add mod">
          <ac:chgData name="Yousif Naser" userId="85e8cfa9619aad03" providerId="LiveId" clId="{2F1BC60D-952D-4C92-B14F-0A35EEEA0777}" dt="2026-01-07T12:27:19.121" v="1143" actId="1076"/>
          <ac:spMkLst>
            <pc:docMk/>
            <pc:sldMk cId="1628228619" sldId="268"/>
            <ac:spMk id="6" creationId="{EAC444CB-4E93-1CF0-269B-6652F626270B}"/>
          </ac:spMkLst>
        </pc:spChg>
        <pc:spChg chg="add mod">
          <ac:chgData name="Yousif Naser" userId="85e8cfa9619aad03" providerId="LiveId" clId="{2F1BC60D-952D-4C92-B14F-0A35EEEA0777}" dt="2026-01-07T12:27:13.323" v="1142" actId="1035"/>
          <ac:spMkLst>
            <pc:docMk/>
            <pc:sldMk cId="1628228619" sldId="268"/>
            <ac:spMk id="7" creationId="{E8E67A2F-62BF-4382-E03A-80D8E6EE12FD}"/>
          </ac:spMkLst>
        </pc:spChg>
        <pc:spChg chg="add mod">
          <ac:chgData name="Yousif Naser" userId="85e8cfa9619aad03" providerId="LiveId" clId="{2F1BC60D-952D-4C92-B14F-0A35EEEA0777}" dt="2026-01-07T12:27:44.024" v="1146" actId="1076"/>
          <ac:spMkLst>
            <pc:docMk/>
            <pc:sldMk cId="1628228619" sldId="268"/>
            <ac:spMk id="8" creationId="{9741A5CA-45F8-E411-E70A-577897731649}"/>
          </ac:spMkLst>
        </pc:spChg>
        <pc:spChg chg="add mod">
          <ac:chgData name="Yousif Naser" userId="85e8cfa9619aad03" providerId="LiveId" clId="{2F1BC60D-952D-4C92-B14F-0A35EEEA0777}" dt="2026-01-07T12:27:38.046" v="1145" actId="1076"/>
          <ac:spMkLst>
            <pc:docMk/>
            <pc:sldMk cId="1628228619" sldId="268"/>
            <ac:spMk id="9" creationId="{89836D99-EAFF-8C9F-C3DF-D50F2F39B1E1}"/>
          </ac:spMkLst>
        </pc:spChg>
        <pc:spChg chg="add mod">
          <ac:chgData name="Yousif Naser" userId="85e8cfa9619aad03" providerId="LiveId" clId="{2F1BC60D-952D-4C92-B14F-0A35EEEA0777}" dt="2026-01-07T12:26:54.344" v="1138" actId="1076"/>
          <ac:spMkLst>
            <pc:docMk/>
            <pc:sldMk cId="1628228619" sldId="268"/>
            <ac:spMk id="10" creationId="{869BE867-4214-2BF6-9BF6-75DE84C3BCAB}"/>
          </ac:spMkLst>
        </pc:spChg>
        <pc:spChg chg="add del mod">
          <ac:chgData name="Yousif Naser" userId="85e8cfa9619aad03" providerId="LiveId" clId="{2F1BC60D-952D-4C92-B14F-0A35EEEA0777}" dt="2026-01-07T12:29:05.254" v="1151" actId="21"/>
          <ac:spMkLst>
            <pc:docMk/>
            <pc:sldMk cId="1628228619" sldId="268"/>
            <ac:spMk id="12" creationId="{561A9739-B3B3-D981-20DC-40F9BB81A0AF}"/>
          </ac:spMkLst>
        </pc:spChg>
        <pc:spChg chg="add del mod">
          <ac:chgData name="Yousif Naser" userId="85e8cfa9619aad03" providerId="LiveId" clId="{2F1BC60D-952D-4C92-B14F-0A35EEEA0777}" dt="2026-01-07T12:29:30.181" v="1158" actId="21"/>
          <ac:spMkLst>
            <pc:docMk/>
            <pc:sldMk cId="1628228619" sldId="268"/>
            <ac:spMk id="13" creationId="{CEEE6517-EB1E-8A9E-8C41-8037CB555B4E}"/>
          </ac:spMkLst>
        </pc:spChg>
      </pc:sldChg>
      <pc:sldChg chg="addSp delSp modSp mod delAnim modAnim">
        <pc:chgData name="Yousif Naser" userId="85e8cfa9619aad03" providerId="LiveId" clId="{2F1BC60D-952D-4C92-B14F-0A35EEEA0777}" dt="2026-01-07T12:32:40.982" v="1203" actId="21"/>
        <pc:sldMkLst>
          <pc:docMk/>
          <pc:sldMk cId="1240586563" sldId="269"/>
        </pc:sldMkLst>
        <pc:spChg chg="add mod">
          <ac:chgData name="Yousif Naser" userId="85e8cfa9619aad03" providerId="LiveId" clId="{2F1BC60D-952D-4C92-B14F-0A35EEEA0777}" dt="2026-01-07T12:31:34.988" v="1189" actId="1076"/>
          <ac:spMkLst>
            <pc:docMk/>
            <pc:sldMk cId="1240586563" sldId="269"/>
            <ac:spMk id="4" creationId="{A0C02C53-338A-5C41-B13A-B0A467EA1F08}"/>
          </ac:spMkLst>
        </pc:spChg>
        <pc:spChg chg="del mod">
          <ac:chgData name="Yousif Naser" userId="85e8cfa9619aad03" providerId="LiveId" clId="{2F1BC60D-952D-4C92-B14F-0A35EEEA0777}" dt="2026-01-07T12:30:56.880" v="1184" actId="478"/>
          <ac:spMkLst>
            <pc:docMk/>
            <pc:sldMk cId="1240586563" sldId="269"/>
            <ac:spMk id="5" creationId="{DAA9A602-918E-BC1E-F459-E50106FDE1DA}"/>
          </ac:spMkLst>
        </pc:spChg>
        <pc:spChg chg="add mod">
          <ac:chgData name="Yousif Naser" userId="85e8cfa9619aad03" providerId="LiveId" clId="{2F1BC60D-952D-4C92-B14F-0A35EEEA0777}" dt="2026-01-07T12:31:27.583" v="1188" actId="1076"/>
          <ac:spMkLst>
            <pc:docMk/>
            <pc:sldMk cId="1240586563" sldId="269"/>
            <ac:spMk id="6" creationId="{7328DB78-440F-D3CE-6EF2-B8409752C7C0}"/>
          </ac:spMkLst>
        </pc:spChg>
        <pc:spChg chg="add mod">
          <ac:chgData name="Yousif Naser" userId="85e8cfa9619aad03" providerId="LiveId" clId="{2F1BC60D-952D-4C92-B14F-0A35EEEA0777}" dt="2026-01-07T12:31:20.617" v="1187" actId="1076"/>
          <ac:spMkLst>
            <pc:docMk/>
            <pc:sldMk cId="1240586563" sldId="269"/>
            <ac:spMk id="8" creationId="{EFA72763-E601-4A55-F6A6-FEA46C4D4403}"/>
          </ac:spMkLst>
        </pc:spChg>
        <pc:spChg chg="add mod">
          <ac:chgData name="Yousif Naser" userId="85e8cfa9619aad03" providerId="LiveId" clId="{2F1BC60D-952D-4C92-B14F-0A35EEEA0777}" dt="2026-01-07T12:31:08.213" v="1186" actId="1076"/>
          <ac:spMkLst>
            <pc:docMk/>
            <pc:sldMk cId="1240586563" sldId="269"/>
            <ac:spMk id="9" creationId="{4751188C-8FF0-51CB-DFB7-F42EEF2E7FFA}"/>
          </ac:spMkLst>
        </pc:spChg>
        <pc:spChg chg="add del mod">
          <ac:chgData name="Yousif Naser" userId="85e8cfa9619aad03" providerId="LiveId" clId="{2F1BC60D-952D-4C92-B14F-0A35EEEA0777}" dt="2026-01-07T12:32:19.498" v="1196" actId="21"/>
          <ac:spMkLst>
            <pc:docMk/>
            <pc:sldMk cId="1240586563" sldId="269"/>
            <ac:spMk id="10" creationId="{833E0873-99A2-3D33-EDAE-C5C1926DA775}"/>
          </ac:spMkLst>
        </pc:spChg>
        <pc:spChg chg="add del mod">
          <ac:chgData name="Yousif Naser" userId="85e8cfa9619aad03" providerId="LiveId" clId="{2F1BC60D-952D-4C92-B14F-0A35EEEA0777}" dt="2026-01-07T12:32:40.982" v="1203" actId="21"/>
          <ac:spMkLst>
            <pc:docMk/>
            <pc:sldMk cId="1240586563" sldId="269"/>
            <ac:spMk id="11" creationId="{1FA0A556-C934-179B-F530-ABC8996614AF}"/>
          </ac:spMkLst>
        </pc:spChg>
        <pc:spChg chg="add mod">
          <ac:chgData name="Yousif Naser" userId="85e8cfa9619aad03" providerId="LiveId" clId="{2F1BC60D-952D-4C92-B14F-0A35EEEA0777}" dt="2026-01-07T12:31:53.231" v="1191" actId="1076"/>
          <ac:spMkLst>
            <pc:docMk/>
            <pc:sldMk cId="1240586563" sldId="269"/>
            <ac:spMk id="12" creationId="{561A9739-B3B3-D981-20DC-40F9BB81A0AF}"/>
          </ac:spMkLst>
        </pc:spChg>
        <pc:spChg chg="add mod">
          <ac:chgData name="Yousif Naser" userId="85e8cfa9619aad03" providerId="LiveId" clId="{2F1BC60D-952D-4C92-B14F-0A35EEEA0777}" dt="2026-01-07T12:31:45.562" v="1190" actId="1076"/>
          <ac:spMkLst>
            <pc:docMk/>
            <pc:sldMk cId="1240586563" sldId="269"/>
            <ac:spMk id="13" creationId="{CEEE6517-EB1E-8A9E-8C41-8037CB555B4E}"/>
          </ac:spMkLst>
        </pc:spChg>
      </pc:sldChg>
      <pc:sldChg chg="addSp delSp modSp mod delAnim modAnim">
        <pc:chgData name="Yousif Naser" userId="85e8cfa9619aad03" providerId="LiveId" clId="{2F1BC60D-952D-4C92-B14F-0A35EEEA0777}" dt="2026-01-07T12:40:27.029" v="1272" actId="21"/>
        <pc:sldMkLst>
          <pc:docMk/>
          <pc:sldMk cId="3006674425" sldId="270"/>
        </pc:sldMkLst>
        <pc:spChg chg="add mod">
          <ac:chgData name="Yousif Naser" userId="85e8cfa9619aad03" providerId="LiveId" clId="{2F1BC60D-952D-4C92-B14F-0A35EEEA0777}" dt="2026-01-07T12:34:55.691" v="1230" actId="1076"/>
          <ac:spMkLst>
            <pc:docMk/>
            <pc:sldMk cId="3006674425" sldId="270"/>
            <ac:spMk id="3" creationId="{1FA0A556-C934-179B-F530-ABC8996614AF}"/>
          </ac:spMkLst>
        </pc:spChg>
        <pc:spChg chg="add mod">
          <ac:chgData name="Yousif Naser" userId="85e8cfa9619aad03" providerId="LiveId" clId="{2F1BC60D-952D-4C92-B14F-0A35EEEA0777}" dt="2026-01-07T12:34:23.259" v="1227" actId="1076"/>
          <ac:spMkLst>
            <pc:docMk/>
            <pc:sldMk cId="3006674425" sldId="270"/>
            <ac:spMk id="4" creationId="{05909703-031A-00E0-B1C0-86CAFFC4BE21}"/>
          </ac:spMkLst>
        </pc:spChg>
        <pc:spChg chg="del mod">
          <ac:chgData name="Yousif Naser" userId="85e8cfa9619aad03" providerId="LiveId" clId="{2F1BC60D-952D-4C92-B14F-0A35EEEA0777}" dt="2026-01-07T12:33:51.195" v="1223" actId="478"/>
          <ac:spMkLst>
            <pc:docMk/>
            <pc:sldMk cId="3006674425" sldId="270"/>
            <ac:spMk id="5" creationId="{DAF6A479-05EA-FB79-4757-03B7242C6D5D}"/>
          </ac:spMkLst>
        </pc:spChg>
        <pc:spChg chg="add mod">
          <ac:chgData name="Yousif Naser" userId="85e8cfa9619aad03" providerId="LiveId" clId="{2F1BC60D-952D-4C92-B14F-0A35EEEA0777}" dt="2026-01-07T12:34:11.476" v="1226" actId="1076"/>
          <ac:spMkLst>
            <pc:docMk/>
            <pc:sldMk cId="3006674425" sldId="270"/>
            <ac:spMk id="7" creationId="{CCA39A40-3967-6A9E-CE70-0BF4429E2241}"/>
          </ac:spMkLst>
        </pc:spChg>
        <pc:spChg chg="add mod">
          <ac:chgData name="Yousif Naser" userId="85e8cfa9619aad03" providerId="LiveId" clId="{2F1BC60D-952D-4C92-B14F-0A35EEEA0777}" dt="2026-01-07T12:34:04.674" v="1225" actId="1076"/>
          <ac:spMkLst>
            <pc:docMk/>
            <pc:sldMk cId="3006674425" sldId="270"/>
            <ac:spMk id="8" creationId="{FF8DE05D-DF1C-BA7D-75E2-B71457CEBE2E}"/>
          </ac:spMkLst>
        </pc:spChg>
        <pc:spChg chg="add del mod">
          <ac:chgData name="Yousif Naser" userId="85e8cfa9619aad03" providerId="LiveId" clId="{2F1BC60D-952D-4C92-B14F-0A35EEEA0777}" dt="2026-01-07T12:39:50.258" v="1264" actId="21"/>
          <ac:spMkLst>
            <pc:docMk/>
            <pc:sldMk cId="3006674425" sldId="270"/>
            <ac:spMk id="9" creationId="{50EEE535-BAAB-1E4F-5E73-EE5CA7E2C19B}"/>
          </ac:spMkLst>
        </pc:spChg>
        <pc:spChg chg="add mod">
          <ac:chgData name="Yousif Naser" userId="85e8cfa9619aad03" providerId="LiveId" clId="{2F1BC60D-952D-4C92-B14F-0A35EEEA0777}" dt="2026-01-07T12:34:51.048" v="1229" actId="1076"/>
          <ac:spMkLst>
            <pc:docMk/>
            <pc:sldMk cId="3006674425" sldId="270"/>
            <ac:spMk id="10" creationId="{833E0873-99A2-3D33-EDAE-C5C1926DA775}"/>
          </ac:spMkLst>
        </pc:spChg>
        <pc:spChg chg="add del mod">
          <ac:chgData name="Yousif Naser" userId="85e8cfa9619aad03" providerId="LiveId" clId="{2F1BC60D-952D-4C92-B14F-0A35EEEA0777}" dt="2026-01-07T12:40:27.029" v="1272" actId="21"/>
          <ac:spMkLst>
            <pc:docMk/>
            <pc:sldMk cId="3006674425" sldId="270"/>
            <ac:spMk id="12" creationId="{B2F84C97-F49A-6E58-ECF7-E7B2C122BD1B}"/>
          </ac:spMkLst>
        </pc:spChg>
      </pc:sldChg>
      <pc:sldChg chg="addSp delSp modSp mod delAnim modAnim">
        <pc:chgData name="Yousif Naser" userId="85e8cfa9619aad03" providerId="LiveId" clId="{2F1BC60D-952D-4C92-B14F-0A35EEEA0777}" dt="2026-01-07T12:46:06.980" v="1347" actId="21"/>
        <pc:sldMkLst>
          <pc:docMk/>
          <pc:sldMk cId="3071252063" sldId="271"/>
        </pc:sldMkLst>
        <pc:spChg chg="add mod">
          <ac:chgData name="Yousif Naser" userId="85e8cfa9619aad03" providerId="LiveId" clId="{2F1BC60D-952D-4C92-B14F-0A35EEEA0777}" dt="2026-01-07T12:44:10.278" v="1325" actId="1076"/>
          <ac:spMkLst>
            <pc:docMk/>
            <pc:sldMk cId="3071252063" sldId="271"/>
            <ac:spMk id="3" creationId="{35AFE892-368F-BE0D-7F76-C05B3CF18B9B}"/>
          </ac:spMkLst>
        </pc:spChg>
        <pc:spChg chg="add mod">
          <ac:chgData name="Yousif Naser" userId="85e8cfa9619aad03" providerId="LiveId" clId="{2F1BC60D-952D-4C92-B14F-0A35EEEA0777}" dt="2026-01-07T12:44:06.777" v="1324" actId="1076"/>
          <ac:spMkLst>
            <pc:docMk/>
            <pc:sldMk cId="3071252063" sldId="271"/>
            <ac:spMk id="4" creationId="{4446F58A-86B9-11A8-5566-DEC1696A6180}"/>
          </ac:spMkLst>
        </pc:spChg>
        <pc:spChg chg="del mod">
          <ac:chgData name="Yousif Naser" userId="85e8cfa9619aad03" providerId="LiveId" clId="{2F1BC60D-952D-4C92-B14F-0A35EEEA0777}" dt="2026-01-07T12:43:24.291" v="1315" actId="478"/>
          <ac:spMkLst>
            <pc:docMk/>
            <pc:sldMk cId="3071252063" sldId="271"/>
            <ac:spMk id="5" creationId="{FF77C96F-B917-1BCC-DB91-B214B9E87E0E}"/>
          </ac:spMkLst>
        </pc:spChg>
        <pc:spChg chg="add mod">
          <ac:chgData name="Yousif Naser" userId="85e8cfa9619aad03" providerId="LiveId" clId="{2F1BC60D-952D-4C92-B14F-0A35EEEA0777}" dt="2026-01-07T12:44:01.002" v="1323" actId="1076"/>
          <ac:spMkLst>
            <pc:docMk/>
            <pc:sldMk cId="3071252063" sldId="271"/>
            <ac:spMk id="6" creationId="{6990A835-DAFC-64CC-1550-A60BC2E64E43}"/>
          </ac:spMkLst>
        </pc:spChg>
        <pc:spChg chg="add mod">
          <ac:chgData name="Yousif Naser" userId="85e8cfa9619aad03" providerId="LiveId" clId="{2F1BC60D-952D-4C92-B14F-0A35EEEA0777}" dt="2026-01-07T12:43:57.076" v="1322" actId="1076"/>
          <ac:spMkLst>
            <pc:docMk/>
            <pc:sldMk cId="3071252063" sldId="271"/>
            <ac:spMk id="8" creationId="{9208A827-A32E-D2FE-652F-364902FAC2B1}"/>
          </ac:spMkLst>
        </pc:spChg>
        <pc:spChg chg="add mod">
          <ac:chgData name="Yousif Naser" userId="85e8cfa9619aad03" providerId="LiveId" clId="{2F1BC60D-952D-4C92-B14F-0A35EEEA0777}" dt="2026-01-07T12:44:17.932" v="1327" actId="1076"/>
          <ac:spMkLst>
            <pc:docMk/>
            <pc:sldMk cId="3071252063" sldId="271"/>
            <ac:spMk id="9" creationId="{50EEE535-BAAB-1E4F-5E73-EE5CA7E2C19B}"/>
          </ac:spMkLst>
        </pc:spChg>
        <pc:spChg chg="add mod">
          <ac:chgData name="Yousif Naser" userId="85e8cfa9619aad03" providerId="LiveId" clId="{2F1BC60D-952D-4C92-B14F-0A35EEEA0777}" dt="2026-01-07T12:43:53.132" v="1321" actId="1076"/>
          <ac:spMkLst>
            <pc:docMk/>
            <pc:sldMk cId="3071252063" sldId="271"/>
            <ac:spMk id="10" creationId="{D4A95517-C938-48BF-6350-CC29E12B6EC1}"/>
          </ac:spMkLst>
        </pc:spChg>
        <pc:spChg chg="add mod">
          <ac:chgData name="Yousif Naser" userId="85e8cfa9619aad03" providerId="LiveId" clId="{2F1BC60D-952D-4C92-B14F-0A35EEEA0777}" dt="2026-01-07T12:43:48.560" v="1320" actId="1076"/>
          <ac:spMkLst>
            <pc:docMk/>
            <pc:sldMk cId="3071252063" sldId="271"/>
            <ac:spMk id="11" creationId="{01F0E444-22CE-E4A5-F4F2-71567F32F607}"/>
          </ac:spMkLst>
        </pc:spChg>
        <pc:spChg chg="add mod">
          <ac:chgData name="Yousif Naser" userId="85e8cfa9619aad03" providerId="LiveId" clId="{2F1BC60D-952D-4C92-B14F-0A35EEEA0777}" dt="2026-01-07T12:44:13.935" v="1326" actId="1076"/>
          <ac:spMkLst>
            <pc:docMk/>
            <pc:sldMk cId="3071252063" sldId="271"/>
            <ac:spMk id="12" creationId="{B2F84C97-F49A-6E58-ECF7-E7B2C122BD1B}"/>
          </ac:spMkLst>
        </pc:spChg>
        <pc:spChg chg="add del mod">
          <ac:chgData name="Yousif Naser" userId="85e8cfa9619aad03" providerId="LiveId" clId="{2F1BC60D-952D-4C92-B14F-0A35EEEA0777}" dt="2026-01-07T12:45:01.681" v="1331" actId="21"/>
          <ac:spMkLst>
            <pc:docMk/>
            <pc:sldMk cId="3071252063" sldId="271"/>
            <ac:spMk id="13" creationId="{ED97DB65-1088-DAF8-8DB6-A90D716A898C}"/>
          </ac:spMkLst>
        </pc:spChg>
        <pc:spChg chg="add del mod">
          <ac:chgData name="Yousif Naser" userId="85e8cfa9619aad03" providerId="LiveId" clId="{2F1BC60D-952D-4C92-B14F-0A35EEEA0777}" dt="2026-01-07T12:46:06.980" v="1347" actId="21"/>
          <ac:spMkLst>
            <pc:docMk/>
            <pc:sldMk cId="3071252063" sldId="271"/>
            <ac:spMk id="14" creationId="{B623B512-416D-EC93-FCB6-893FC4A806DB}"/>
          </ac:spMkLst>
        </pc:spChg>
        <pc:picChg chg="mod">
          <ac:chgData name="Yousif Naser" userId="85e8cfa9619aad03" providerId="LiveId" clId="{2F1BC60D-952D-4C92-B14F-0A35EEEA0777}" dt="2026-01-07T12:44:24.616" v="1328" actId="1076"/>
          <ac:picMkLst>
            <pc:docMk/>
            <pc:sldMk cId="3071252063" sldId="271"/>
            <ac:picMk id="7" creationId="{6ACE35BD-1512-30DB-24C2-C23B37918F73}"/>
          </ac:picMkLst>
        </pc:picChg>
      </pc:sldChg>
      <pc:sldChg chg="addSp delSp modSp mod delAnim modAnim">
        <pc:chgData name="Yousif Naser" userId="85e8cfa9619aad03" providerId="LiveId" clId="{2F1BC60D-952D-4C92-B14F-0A35EEEA0777}" dt="2026-01-07T12:52:03.424" v="1403" actId="21"/>
        <pc:sldMkLst>
          <pc:docMk/>
          <pc:sldMk cId="1363803985" sldId="272"/>
        </pc:sldMkLst>
        <pc:spChg chg="del mod">
          <ac:chgData name="Yousif Naser" userId="85e8cfa9619aad03" providerId="LiveId" clId="{2F1BC60D-952D-4C92-B14F-0A35EEEA0777}" dt="2026-01-07T12:47:39.868" v="1372" actId="478"/>
          <ac:spMkLst>
            <pc:docMk/>
            <pc:sldMk cId="1363803985" sldId="272"/>
            <ac:spMk id="3" creationId="{6C1C50D9-98CA-E60F-C45B-B96BDFC24702}"/>
          </ac:spMkLst>
        </pc:spChg>
        <pc:spChg chg="add mod">
          <ac:chgData name="Yousif Naser" userId="85e8cfa9619aad03" providerId="LiveId" clId="{2F1BC60D-952D-4C92-B14F-0A35EEEA0777}" dt="2026-01-07T12:51:49.224" v="1399" actId="20577"/>
          <ac:spMkLst>
            <pc:docMk/>
            <pc:sldMk cId="1363803985" sldId="272"/>
            <ac:spMk id="4" creationId="{82BAB10D-A819-6C27-A2DD-8F479531BFB0}"/>
          </ac:spMkLst>
        </pc:spChg>
        <pc:spChg chg="add mod">
          <ac:chgData name="Yousif Naser" userId="85e8cfa9619aad03" providerId="LiveId" clId="{2F1BC60D-952D-4C92-B14F-0A35EEEA0777}" dt="2026-01-07T12:51:51.586" v="1400" actId="20577"/>
          <ac:spMkLst>
            <pc:docMk/>
            <pc:sldMk cId="1363803985" sldId="272"/>
            <ac:spMk id="6" creationId="{1608AE16-3B38-6A20-CE48-670BD124AF99}"/>
          </ac:spMkLst>
        </pc:spChg>
        <pc:spChg chg="add mod">
          <ac:chgData name="Yousif Naser" userId="85e8cfa9619aad03" providerId="LiveId" clId="{2F1BC60D-952D-4C92-B14F-0A35EEEA0777}" dt="2026-01-07T12:51:58.572" v="1401" actId="20577"/>
          <ac:spMkLst>
            <pc:docMk/>
            <pc:sldMk cId="1363803985" sldId="272"/>
            <ac:spMk id="7" creationId="{DCABEE2B-EDC7-38D3-1AA8-E2372763F684}"/>
          </ac:spMkLst>
        </pc:spChg>
        <pc:spChg chg="add del mod">
          <ac:chgData name="Yousif Naser" userId="85e8cfa9619aad03" providerId="LiveId" clId="{2F1BC60D-952D-4C92-B14F-0A35EEEA0777}" dt="2026-01-07T12:50:57.134" v="1388" actId="21"/>
          <ac:spMkLst>
            <pc:docMk/>
            <pc:sldMk cId="1363803985" sldId="272"/>
            <ac:spMk id="8" creationId="{18B3B493-F62A-D2CF-417C-A55FA1617631}"/>
          </ac:spMkLst>
        </pc:spChg>
        <pc:spChg chg="add del mod">
          <ac:chgData name="Yousif Naser" userId="85e8cfa9619aad03" providerId="LiveId" clId="{2F1BC60D-952D-4C92-B14F-0A35EEEA0777}" dt="2026-01-07T12:52:03.424" v="1403" actId="21"/>
          <ac:spMkLst>
            <pc:docMk/>
            <pc:sldMk cId="1363803985" sldId="272"/>
            <ac:spMk id="9" creationId="{1A18A18B-ECFB-9034-E802-91D9BEC3D507}"/>
          </ac:spMkLst>
        </pc:spChg>
        <pc:spChg chg="add mod">
          <ac:chgData name="Yousif Naser" userId="85e8cfa9619aad03" providerId="LiveId" clId="{2F1BC60D-952D-4C92-B14F-0A35EEEA0777}" dt="2026-01-07T12:48:48.391" v="1384" actId="1076"/>
          <ac:spMkLst>
            <pc:docMk/>
            <pc:sldMk cId="1363803985" sldId="272"/>
            <ac:spMk id="13" creationId="{ED97DB65-1088-DAF8-8DB6-A90D716A898C}"/>
          </ac:spMkLst>
        </pc:spChg>
        <pc:spChg chg="add mod">
          <ac:chgData name="Yousif Naser" userId="85e8cfa9619aad03" providerId="LiveId" clId="{2F1BC60D-952D-4C92-B14F-0A35EEEA0777}" dt="2026-01-07T12:51:47.559" v="1398" actId="20577"/>
          <ac:spMkLst>
            <pc:docMk/>
            <pc:sldMk cId="1363803985" sldId="272"/>
            <ac:spMk id="14" creationId="{B623B512-416D-EC93-FCB6-893FC4A806DB}"/>
          </ac:spMkLst>
        </pc:spChg>
        <pc:picChg chg="mod">
          <ac:chgData name="Yousif Naser" userId="85e8cfa9619aad03" providerId="LiveId" clId="{2F1BC60D-952D-4C92-B14F-0A35EEEA0777}" dt="2026-01-07T12:48:17.274" v="1379" actId="1076"/>
          <ac:picMkLst>
            <pc:docMk/>
            <pc:sldMk cId="1363803985" sldId="272"/>
            <ac:picMk id="5" creationId="{5D13EFFB-FA70-FFEC-0757-27D233FF011A}"/>
          </ac:picMkLst>
        </pc:picChg>
      </pc:sldChg>
      <pc:sldChg chg="addSp delSp modSp mod modAnim">
        <pc:chgData name="Yousif Naser" userId="85e8cfa9619aad03" providerId="LiveId" clId="{2F1BC60D-952D-4C92-B14F-0A35EEEA0777}" dt="2026-01-07T12:56:38.651" v="1465"/>
        <pc:sldMkLst>
          <pc:docMk/>
          <pc:sldMk cId="2423402168" sldId="273"/>
        </pc:sldMkLst>
        <pc:spChg chg="del mod">
          <ac:chgData name="Yousif Naser" userId="85e8cfa9619aad03" providerId="LiveId" clId="{2F1BC60D-952D-4C92-B14F-0A35EEEA0777}" dt="2026-01-07T12:55:04.875" v="1454" actId="478"/>
          <ac:spMkLst>
            <pc:docMk/>
            <pc:sldMk cId="2423402168" sldId="273"/>
            <ac:spMk id="3" creationId="{1AAFF98A-C779-23F8-3B9C-A8A6FB587331}"/>
          </ac:spMkLst>
        </pc:spChg>
        <pc:spChg chg="add mod">
          <ac:chgData name="Yousif Naser" userId="85e8cfa9619aad03" providerId="LiveId" clId="{2F1BC60D-952D-4C92-B14F-0A35EEEA0777}" dt="2026-01-07T12:56:15.558" v="1462" actId="1076"/>
          <ac:spMkLst>
            <pc:docMk/>
            <pc:sldMk cId="2423402168" sldId="273"/>
            <ac:spMk id="4" creationId="{3A2482DB-5B1F-BB74-DE10-F681193E08A3}"/>
          </ac:spMkLst>
        </pc:spChg>
        <pc:spChg chg="add mod">
          <ac:chgData name="Yousif Naser" userId="85e8cfa9619aad03" providerId="LiveId" clId="{2F1BC60D-952D-4C92-B14F-0A35EEEA0777}" dt="2026-01-07T12:56:08.911" v="1461" actId="1076"/>
          <ac:spMkLst>
            <pc:docMk/>
            <pc:sldMk cId="2423402168" sldId="273"/>
            <ac:spMk id="6" creationId="{0F1923E6-D2C2-918A-AA73-EDC7EB26DB38}"/>
          </ac:spMkLst>
        </pc:spChg>
        <pc:spChg chg="add mod">
          <ac:chgData name="Yousif Naser" userId="85e8cfa9619aad03" providerId="LiveId" clId="{2F1BC60D-952D-4C92-B14F-0A35EEEA0777}" dt="2026-01-07T12:55:40.616" v="1460" actId="1076"/>
          <ac:spMkLst>
            <pc:docMk/>
            <pc:sldMk cId="2423402168" sldId="273"/>
            <ac:spMk id="7" creationId="{F9FD13CE-C0AC-E472-B261-B1928C9B1FA4}"/>
          </ac:spMkLst>
        </pc:spChg>
        <pc:spChg chg="add mod">
          <ac:chgData name="Yousif Naser" userId="85e8cfa9619aad03" providerId="LiveId" clId="{2F1BC60D-952D-4C92-B14F-0A35EEEA0777}" dt="2026-01-07T12:56:29.042" v="1464" actId="1076"/>
          <ac:spMkLst>
            <pc:docMk/>
            <pc:sldMk cId="2423402168" sldId="273"/>
            <ac:spMk id="8" creationId="{18B3B493-F62A-D2CF-417C-A55FA1617631}"/>
          </ac:spMkLst>
        </pc:spChg>
        <pc:spChg chg="add mod">
          <ac:chgData name="Yousif Naser" userId="85e8cfa9619aad03" providerId="LiveId" clId="{2F1BC60D-952D-4C92-B14F-0A35EEEA0777}" dt="2026-01-07T12:56:23.412" v="1463" actId="1076"/>
          <ac:spMkLst>
            <pc:docMk/>
            <pc:sldMk cId="2423402168" sldId="273"/>
            <ac:spMk id="9" creationId="{1A18A18B-ECFB-9034-E802-91D9BEC3D507}"/>
          </ac:spMkLst>
        </pc:spChg>
        <pc:spChg chg="add mod">
          <ac:chgData name="Yousif Naser" userId="85e8cfa9619aad03" providerId="LiveId" clId="{2F1BC60D-952D-4C92-B14F-0A35EEEA0777}" dt="2026-01-07T12:55:35.460" v="1459" actId="1076"/>
          <ac:spMkLst>
            <pc:docMk/>
            <pc:sldMk cId="2423402168" sldId="273"/>
            <ac:spMk id="10" creationId="{842178EC-EB0E-2DF6-B41E-D7C1F67BD111}"/>
          </ac:spMkLst>
        </pc:spChg>
        <pc:spChg chg="add mod">
          <ac:chgData name="Yousif Naser" userId="85e8cfa9619aad03" providerId="LiveId" clId="{2F1BC60D-952D-4C92-B14F-0A35EEEA0777}" dt="2026-01-07T12:55:30.193" v="1458" actId="1076"/>
          <ac:spMkLst>
            <pc:docMk/>
            <pc:sldMk cId="2423402168" sldId="273"/>
            <ac:spMk id="11" creationId="{40CC3E9D-1761-4CD6-FB90-3D7D0150DC88}"/>
          </ac:spMkLst>
        </pc:spChg>
        <pc:spChg chg="add mod">
          <ac:chgData name="Yousif Naser" userId="85e8cfa9619aad03" providerId="LiveId" clId="{2F1BC60D-952D-4C92-B14F-0A35EEEA0777}" dt="2026-01-07T12:55:21.234" v="1457" actId="1076"/>
          <ac:spMkLst>
            <pc:docMk/>
            <pc:sldMk cId="2423402168" sldId="273"/>
            <ac:spMk id="12" creationId="{54956512-0EC0-3B5A-D95C-52D44FC2BE0B}"/>
          </ac:spMkLst>
        </pc:spChg>
      </pc:sldChg>
      <pc:sldChg chg="modAnim">
        <pc:chgData name="Yousif Naser" userId="85e8cfa9619aad03" providerId="LiveId" clId="{2F1BC60D-952D-4C92-B14F-0A35EEEA0777}" dt="2026-01-07T12:57:45.581" v="1473"/>
        <pc:sldMkLst>
          <pc:docMk/>
          <pc:sldMk cId="4091925038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02289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89450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5196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5465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08985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4447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5222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9157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59024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2314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460116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3863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54000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65216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58928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428616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183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699B2-9D46-432C-9FEE-7EC7AE39B540}" type="datetimeFigureOut">
              <a:rPr lang="ar-EG" smtClean="0"/>
              <a:t>19/07/1447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976F6-C27B-454A-B55D-A49040C4D2C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830368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85e8cfa9619aad03/Desktop/PROJECTS/Analysis/Superstore_Analysis.pbix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C6A253-4260-4E3E-B86F-3A6B9FC15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323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61E59-8377-B53C-5825-61B9CA367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427703"/>
            <a:ext cx="11739600" cy="6804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Business Problem</a:t>
            </a:r>
            <a:endParaRPr lang="ar-EG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878DF-D708-37FF-E5AD-D60DC494E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65" y="1188717"/>
            <a:ext cx="10516469" cy="5322194"/>
          </a:xfrm>
        </p:spPr>
        <p:txBody>
          <a:bodyPr>
            <a:normAutofit fontScale="77500" lnSpcReduction="20000"/>
          </a:bodyPr>
          <a:lstStyle/>
          <a:p>
            <a:pPr algn="l" rtl="0">
              <a:buFont typeface="Wingdings" panose="05000000000000000000" pitchFamily="2" charset="2"/>
              <a:buChar char="§"/>
            </a:pPr>
            <a:r>
              <a:rPr lang="en-US" sz="4000" b="1" dirty="0">
                <a:cs typeface="+mj-cs"/>
              </a:rPr>
              <a:t>The Challenge:</a:t>
            </a:r>
          </a:p>
          <a:p>
            <a:pPr marL="0" indent="0" algn="l" rtl="0">
              <a:buNone/>
            </a:pPr>
            <a:r>
              <a:rPr lang="en-US" sz="3400" b="1" dirty="0">
                <a:cs typeface="+mj-cs"/>
              </a:rPr>
              <a:t>The company had access to sales data but lacked:</a:t>
            </a:r>
          </a:p>
          <a:p>
            <a:pPr algn="l" rtl="0">
              <a:buFont typeface="Wingdings" panose="05000000000000000000" pitchFamily="2" charset="2"/>
              <a:buChar char="Ø"/>
            </a:pPr>
            <a:r>
              <a:rPr lang="en-US" sz="3400" dirty="0"/>
              <a:t> </a:t>
            </a:r>
            <a:r>
              <a:rPr lang="en-US" sz="3400" b="1" dirty="0">
                <a:cs typeface="+mj-cs"/>
              </a:rPr>
              <a:t>Clear visibility into profit drivers.</a:t>
            </a:r>
          </a:p>
          <a:p>
            <a:pPr algn="l" rtl="0">
              <a:buFont typeface="Wingdings" panose="05000000000000000000" pitchFamily="2" charset="2"/>
              <a:buChar char="Ø"/>
            </a:pPr>
            <a:r>
              <a:rPr lang="en-US" sz="3400" b="1" dirty="0">
                <a:cs typeface="+mj-cs"/>
              </a:rPr>
              <a:t> Understanding of loss-making products.</a:t>
            </a:r>
          </a:p>
          <a:p>
            <a:pPr algn="l" rtl="0">
              <a:buFont typeface="Wingdings" panose="05000000000000000000" pitchFamily="2" charset="2"/>
              <a:buChar char="Ø"/>
            </a:pPr>
            <a:r>
              <a:rPr lang="en-US" sz="3400" b="1" dirty="0">
                <a:cs typeface="+mj-cs"/>
              </a:rPr>
              <a:t> A unified analytical view for decision-makers.</a:t>
            </a:r>
          </a:p>
          <a:p>
            <a:pPr marL="0" indent="0" algn="l" rtl="0">
              <a:buNone/>
            </a:pPr>
            <a:endParaRPr lang="en-US" sz="2900" b="1" dirty="0">
              <a:cs typeface="+mj-cs"/>
            </a:endParaRPr>
          </a:p>
          <a:p>
            <a:pPr algn="l" rtl="0">
              <a:buFont typeface="Wingdings" panose="05000000000000000000" pitchFamily="2" charset="2"/>
              <a:buChar char="§"/>
            </a:pPr>
            <a:r>
              <a:rPr lang="en-US" sz="4000" b="1" dirty="0">
                <a:cs typeface="+mj-cs"/>
              </a:rPr>
              <a:t>Objective:</a:t>
            </a:r>
          </a:p>
          <a:p>
            <a:pPr algn="l" rtl="0">
              <a:buFont typeface="Wingdings" panose="05000000000000000000" pitchFamily="2" charset="2"/>
              <a:buChar char="Ø"/>
            </a:pPr>
            <a:r>
              <a:rPr lang="en-US" sz="3400" dirty="0"/>
              <a:t> </a:t>
            </a:r>
            <a:r>
              <a:rPr lang="en-US" sz="3400" b="1" dirty="0">
                <a:cs typeface="+mj-cs"/>
              </a:rPr>
              <a:t>Analyze sales and profitability performance.</a:t>
            </a:r>
          </a:p>
          <a:p>
            <a:pPr algn="l" rtl="0">
              <a:buFont typeface="Wingdings" panose="05000000000000000000" pitchFamily="2" charset="2"/>
              <a:buChar char="Ø"/>
            </a:pPr>
            <a:r>
              <a:rPr lang="en-US" sz="3400" b="1" dirty="0">
                <a:cs typeface="+mj-cs"/>
              </a:rPr>
              <a:t> Identify growth drivers and risk areas.</a:t>
            </a:r>
          </a:p>
          <a:p>
            <a:pPr algn="l" rtl="0">
              <a:buFont typeface="Wingdings" panose="05000000000000000000" pitchFamily="2" charset="2"/>
              <a:buChar char="Ø"/>
            </a:pPr>
            <a:r>
              <a:rPr lang="en-US" sz="3400" b="1" dirty="0">
                <a:cs typeface="+mj-cs"/>
              </a:rPr>
              <a:t>Support data-driven business decisions.</a:t>
            </a:r>
          </a:p>
          <a:p>
            <a:pPr algn="l"/>
            <a:endParaRPr lang="ar-EG" dirty="0"/>
          </a:p>
        </p:txBody>
      </p:sp>
      <p:pic>
        <p:nvPicPr>
          <p:cNvPr id="5" name="Graphic 4" descr="Person with idea with solid fill">
            <a:extLst>
              <a:ext uri="{FF2B5EF4-FFF2-40B4-BE49-F238E27FC236}">
                <a16:creationId xmlns:a16="http://schemas.microsoft.com/office/drawing/2014/main" id="{38085724-B04B-4DA0-35DD-5C31C4669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0798" y="2163096"/>
            <a:ext cx="3373436" cy="337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10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A324-7C72-A305-856E-1339A73B6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299884"/>
            <a:ext cx="11739600" cy="6804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Raw Data Source – Excel</a:t>
            </a:r>
            <a:endParaRPr lang="ar-EG" sz="4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D046A0-4764-0F6A-D398-EAADDDEBF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1" y="1563330"/>
            <a:ext cx="8474167" cy="4994786"/>
          </a:xfr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4960F0D9-333D-FF14-B78D-2CF075A81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EG"/>
          </a:p>
        </p:txBody>
      </p:sp>
      <p:pic>
        <p:nvPicPr>
          <p:cNvPr id="4" name="Graphic 3" descr="Database with solid fill">
            <a:extLst>
              <a:ext uri="{FF2B5EF4-FFF2-40B4-BE49-F238E27FC236}">
                <a16:creationId xmlns:a16="http://schemas.microsoft.com/office/drawing/2014/main" id="{2C93E441-AB9E-DD94-E23B-F6A34CA23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8968" y="182884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D1D729-E36B-9747-5122-A09D808AF76B}"/>
              </a:ext>
            </a:extLst>
          </p:cNvPr>
          <p:cNvSpPr txBox="1"/>
          <p:nvPr/>
        </p:nvSpPr>
        <p:spPr>
          <a:xfrm>
            <a:off x="8681884" y="3059422"/>
            <a:ext cx="328391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ar-EG" altLang="ar-EG" sz="2000" b="1" dirty="0">
                <a:latin typeface="Arial" panose="020B0604020202020204" pitchFamily="34" charset="0"/>
                <a:cs typeface="+mj-cs"/>
              </a:rPr>
              <a:t>No calculated metrics</a:t>
            </a:r>
            <a:r>
              <a:rPr lang="en-US" altLang="ar-EG" sz="2000" b="1" dirty="0">
                <a:latin typeface="Arial" panose="020B0604020202020204" pitchFamily="34" charset="0"/>
                <a:cs typeface="+mj-c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F49FA-7B61-2AB5-C9A6-53A75258CF99}"/>
              </a:ext>
            </a:extLst>
          </p:cNvPr>
          <p:cNvSpPr txBox="1"/>
          <p:nvPr/>
        </p:nvSpPr>
        <p:spPr>
          <a:xfrm>
            <a:off x="8681884" y="3726627"/>
            <a:ext cx="305777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ar-EG" altLang="ar-EG" sz="2000" b="1" dirty="0">
                <a:latin typeface="Arial" panose="020B0604020202020204" pitchFamily="34" charset="0"/>
                <a:cs typeface="+mj-cs"/>
              </a:rPr>
              <a:t>Not analysis-ready</a:t>
            </a:r>
            <a:r>
              <a:rPr lang="en-US" altLang="ar-EG" sz="2000" b="1" dirty="0">
                <a:latin typeface="Arial" panose="020B0604020202020204" pitchFamily="34" charset="0"/>
                <a:cs typeface="+mj-cs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3E636-8A55-E2F0-C19F-1E20CD7AD51D}"/>
              </a:ext>
            </a:extLst>
          </p:cNvPr>
          <p:cNvSpPr txBox="1"/>
          <p:nvPr/>
        </p:nvSpPr>
        <p:spPr>
          <a:xfrm>
            <a:off x="8681884" y="4640069"/>
            <a:ext cx="3283916" cy="19082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ar-EG" altLang="ar-EG" sz="2000" b="1" dirty="0">
                <a:latin typeface="Arial" panose="020B0604020202020204" pitchFamily="34" charset="0"/>
                <a:cs typeface="+mj-cs"/>
              </a:rPr>
              <a:t>This data represents raw business transactions before any transformation or analysis.</a:t>
            </a:r>
          </a:p>
          <a:p>
            <a:endParaRPr lang="ar-E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22BCC7-7BCC-9EE0-6894-911E4888B241}"/>
              </a:ext>
            </a:extLst>
          </p:cNvPr>
          <p:cNvSpPr txBox="1"/>
          <p:nvPr/>
        </p:nvSpPr>
        <p:spPr>
          <a:xfrm>
            <a:off x="8681884" y="2084442"/>
            <a:ext cx="286112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ar-EG" altLang="ar-EG" sz="2000" b="1" dirty="0">
                <a:latin typeface="Arial" panose="020B0604020202020204" pitchFamily="34" charset="0"/>
                <a:cs typeface="+mj-cs"/>
              </a:rPr>
              <a:t>Raw transactional sales data</a:t>
            </a:r>
            <a:r>
              <a:rPr lang="en-US" altLang="ar-EG" sz="2000" b="1" dirty="0">
                <a:latin typeface="Arial" panose="020B0604020202020204" pitchFamily="34" charset="0"/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96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588B-E37D-59DB-A684-CE206D083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214335"/>
            <a:ext cx="11739600" cy="6804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Data Transformation – SQL Server</a:t>
            </a:r>
            <a:endParaRPr lang="ar-EG" sz="4000" b="1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F8936F51-49B6-3BCD-DCED-6BD005D6D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81" y="894735"/>
            <a:ext cx="5702709" cy="286648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A671894-B803-C663-B73D-A1097332C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82" y="3903943"/>
            <a:ext cx="5702708" cy="2866480"/>
          </a:xfrm>
          <a:prstGeom prst="rect">
            <a:avLst/>
          </a:prstGeom>
        </p:spPr>
      </p:pic>
      <p:pic>
        <p:nvPicPr>
          <p:cNvPr id="3" name="Graphic 2" descr="Database with solid fill">
            <a:extLst>
              <a:ext uri="{FF2B5EF4-FFF2-40B4-BE49-F238E27FC236}">
                <a16:creationId xmlns:a16="http://schemas.microsoft.com/office/drawing/2014/main" id="{B40D5EB5-999B-4B3E-D1C0-5D17E8E90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2026" y="97335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9AF410-A107-F13C-4812-6CF3FAE9B1CB}"/>
              </a:ext>
            </a:extLst>
          </p:cNvPr>
          <p:cNvSpPr txBox="1"/>
          <p:nvPr/>
        </p:nvSpPr>
        <p:spPr>
          <a:xfrm>
            <a:off x="6282813" y="1393762"/>
            <a:ext cx="506361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ar-EG" altLang="ar-EG" sz="2000" b="1" dirty="0">
                <a:latin typeface="Arial" panose="020B0604020202020204" pitchFamily="34" charset="0"/>
                <a:cs typeface="+mj-cs"/>
              </a:rPr>
              <a:t>Data imported into SQL Server.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5A70D3-B7C4-806D-4914-8F4226C939F3}"/>
              </a:ext>
            </a:extLst>
          </p:cNvPr>
          <p:cNvSpPr txBox="1"/>
          <p:nvPr/>
        </p:nvSpPr>
        <p:spPr>
          <a:xfrm>
            <a:off x="6282812" y="1798862"/>
            <a:ext cx="506361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ar-EG" altLang="ar-EG" sz="2000" b="1" dirty="0">
                <a:latin typeface="Arial" panose="020B0604020202020204" pitchFamily="34" charset="0"/>
                <a:cs typeface="+mj-cs"/>
              </a:rPr>
              <a:t>Analytical SQL View created.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C2DC75-D90F-F0C5-5115-4BDF531D33BE}"/>
              </a:ext>
            </a:extLst>
          </p:cNvPr>
          <p:cNvSpPr txBox="1"/>
          <p:nvPr/>
        </p:nvSpPr>
        <p:spPr>
          <a:xfrm>
            <a:off x="6282812" y="2194138"/>
            <a:ext cx="5604388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ar-EG" altLang="ar-EG" sz="2000" b="1" dirty="0">
                <a:latin typeface="Arial" panose="020B0604020202020204" pitchFamily="34" charset="0"/>
                <a:cs typeface="+mj-cs"/>
              </a:rPr>
              <a:t>Business logic handled at database level.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8A991A-4C5A-24B1-B4E7-C58EA14CDF99}"/>
              </a:ext>
            </a:extLst>
          </p:cNvPr>
          <p:cNvSpPr txBox="1"/>
          <p:nvPr/>
        </p:nvSpPr>
        <p:spPr>
          <a:xfrm>
            <a:off x="6341806" y="2889692"/>
            <a:ext cx="45720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ar-EG" altLang="ar-EG" sz="2400" b="1" dirty="0">
                <a:latin typeface="Arial" panose="020B0604020202020204" pitchFamily="34" charset="0"/>
                <a:cs typeface="+mj-cs"/>
              </a:rPr>
              <a:t>Metrics calculated in SQL: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67546F-2759-03E6-315A-12485CC416A6}"/>
              </a:ext>
            </a:extLst>
          </p:cNvPr>
          <p:cNvSpPr txBox="1"/>
          <p:nvPr/>
        </p:nvSpPr>
        <p:spPr>
          <a:xfrm>
            <a:off x="6341806" y="3451119"/>
            <a:ext cx="474898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ar-EG" altLang="ar-EG" sz="2000" b="1" dirty="0">
                <a:latin typeface="Arial" panose="020B0604020202020204" pitchFamily="34" charset="0"/>
                <a:cs typeface="+mj-cs"/>
              </a:rPr>
              <a:t>Revenue.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917416-D517-5C1B-82D7-018F2FBDE9E1}"/>
              </a:ext>
            </a:extLst>
          </p:cNvPr>
          <p:cNvSpPr txBox="1"/>
          <p:nvPr/>
        </p:nvSpPr>
        <p:spPr>
          <a:xfrm>
            <a:off x="6341805" y="3844790"/>
            <a:ext cx="474898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ar-EG" altLang="ar-EG" sz="2000" b="1" dirty="0">
                <a:latin typeface="Arial" panose="020B0604020202020204" pitchFamily="34" charset="0"/>
                <a:cs typeface="+mj-cs"/>
              </a:rPr>
              <a:t>Unit Price.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235D9F-DC28-A390-724B-C89A8DC87825}"/>
              </a:ext>
            </a:extLst>
          </p:cNvPr>
          <p:cNvSpPr txBox="1"/>
          <p:nvPr/>
        </p:nvSpPr>
        <p:spPr>
          <a:xfrm>
            <a:off x="6341805" y="4225321"/>
            <a:ext cx="474898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ar-EG" altLang="ar-EG" sz="2000" b="1" dirty="0">
                <a:latin typeface="Arial" panose="020B0604020202020204" pitchFamily="34" charset="0"/>
                <a:cs typeface="+mj-cs"/>
              </a:rPr>
              <a:t>Profit Margin %</a:t>
            </a:r>
            <a:endParaRPr lang="en-US" altLang="ar-EG" sz="2000" b="1" dirty="0">
              <a:latin typeface="Arial" panose="020B0604020202020204" pitchFamily="34" charset="0"/>
              <a:cs typeface="+mj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08A351-BDFF-1996-E549-8C2EF29E7579}"/>
              </a:ext>
            </a:extLst>
          </p:cNvPr>
          <p:cNvSpPr txBox="1"/>
          <p:nvPr/>
        </p:nvSpPr>
        <p:spPr>
          <a:xfrm>
            <a:off x="6341805" y="4916126"/>
            <a:ext cx="5623995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ar-EG" altLang="ar-EG" sz="2400" b="1" dirty="0">
                <a:latin typeface="Arial" panose="020B0604020202020204" pitchFamily="34" charset="0"/>
                <a:cs typeface="+mj-cs"/>
              </a:rPr>
              <a:t>Data transformation was handled in SQL to ensure consistency, scalability, and better Power BI performance.</a:t>
            </a:r>
            <a:endParaRPr lang="ar-EG" sz="2400" b="1" dirty="0">
              <a:latin typeface="Arial" panose="020B0604020202020204" pitchFamily="34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189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E8D2A-5D0D-3E28-34E7-C9923D07B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99" y="623889"/>
            <a:ext cx="11739600" cy="6804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End-to-End BI Pipeline</a:t>
            </a:r>
            <a:endParaRPr lang="ar-EG" sz="4000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8EDA948-51F6-1A4D-77AC-9B987499B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571696"/>
            <a:ext cx="9905998" cy="315825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B4CBBA-E2A3-3C12-D2DA-3FFF585B0A9F}"/>
              </a:ext>
            </a:extLst>
          </p:cNvPr>
          <p:cNvSpPr txBox="1"/>
          <p:nvPr/>
        </p:nvSpPr>
        <p:spPr>
          <a:xfrm>
            <a:off x="1887793" y="5215183"/>
            <a:ext cx="8416413" cy="98488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0" lang="ar-EG" altLang="ar-EG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Separation between data preparation and visualization improves performance and maintainability.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51168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76C4-A416-97B4-EBE4-70C2B5600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220311"/>
            <a:ext cx="11739600" cy="67934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Executive Overview</a:t>
            </a:r>
            <a:endParaRPr lang="ar-EG" sz="4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C99314-51B4-B1A0-1F74-E12192D15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74" y="1753838"/>
            <a:ext cx="6472145" cy="4320000"/>
          </a:xfrm>
        </p:spPr>
      </p:pic>
      <p:pic>
        <p:nvPicPr>
          <p:cNvPr id="4" name="Graphic 3" descr="Head with gears with solid fill">
            <a:extLst>
              <a:ext uri="{FF2B5EF4-FFF2-40B4-BE49-F238E27FC236}">
                <a16:creationId xmlns:a16="http://schemas.microsoft.com/office/drawing/2014/main" id="{962860C3-80AD-3E0C-EF7E-B682DFCBD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1946" y="102781"/>
            <a:ext cx="914400" cy="91440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568C9BA0-569E-59BF-9223-DAAE590BB52E}"/>
              </a:ext>
            </a:extLst>
          </p:cNvPr>
          <p:cNvSpPr/>
          <p:nvPr/>
        </p:nvSpPr>
        <p:spPr>
          <a:xfrm>
            <a:off x="2910348" y="3916934"/>
            <a:ext cx="735998" cy="261776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9B68ACB-1086-A3B1-0922-E773FEB8EE70}"/>
              </a:ext>
            </a:extLst>
          </p:cNvPr>
          <p:cNvSpPr/>
          <p:nvPr/>
        </p:nvSpPr>
        <p:spPr>
          <a:xfrm rot="9823883">
            <a:off x="6564004" y="3470321"/>
            <a:ext cx="735998" cy="261776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8098A80-26AF-EA5B-6152-2F5E669D891D}"/>
              </a:ext>
            </a:extLst>
          </p:cNvPr>
          <p:cNvSpPr/>
          <p:nvPr/>
        </p:nvSpPr>
        <p:spPr>
          <a:xfrm rot="16200000">
            <a:off x="5301254" y="6138802"/>
            <a:ext cx="735998" cy="261776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51878B1-F863-9DCD-9107-7D487319082B}"/>
              </a:ext>
            </a:extLst>
          </p:cNvPr>
          <p:cNvSpPr/>
          <p:nvPr/>
        </p:nvSpPr>
        <p:spPr>
          <a:xfrm rot="16200000">
            <a:off x="1668235" y="6138802"/>
            <a:ext cx="735998" cy="261776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9E2CD4-C061-90F8-FD5D-F7AC65546371}"/>
              </a:ext>
            </a:extLst>
          </p:cNvPr>
          <p:cNvSpPr txBox="1"/>
          <p:nvPr/>
        </p:nvSpPr>
        <p:spPr>
          <a:xfrm>
            <a:off x="7321934" y="1228223"/>
            <a:ext cx="36870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  <a:cs typeface="+mj-cs"/>
              </a:rPr>
              <a:t>Key KPIs: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C1463-C3FA-7FE0-23A6-FDB31902A02F}"/>
              </a:ext>
            </a:extLst>
          </p:cNvPr>
          <p:cNvSpPr txBox="1"/>
          <p:nvPr/>
        </p:nvSpPr>
        <p:spPr>
          <a:xfrm>
            <a:off x="7321934" y="1603779"/>
            <a:ext cx="357894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600" b="1" dirty="0">
                <a:cs typeface="+mj-cs"/>
              </a:rPr>
              <a:t>Total Orders: ~10K.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B6215D-9431-307B-0FC2-6E34AA3B0F43}"/>
              </a:ext>
            </a:extLst>
          </p:cNvPr>
          <p:cNvSpPr txBox="1"/>
          <p:nvPr/>
        </p:nvSpPr>
        <p:spPr>
          <a:xfrm>
            <a:off x="7321934" y="1876005"/>
            <a:ext cx="357894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cs typeface="+mj-cs"/>
              </a:rPr>
              <a:t>Total Revenue: 2.3M</a:t>
            </a:r>
            <a:r>
              <a:rPr lang="en-US" sz="1600" b="1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7A2F7-DD86-31B1-F0FB-D9C46E415D6E}"/>
              </a:ext>
            </a:extLst>
          </p:cNvPr>
          <p:cNvSpPr txBox="1"/>
          <p:nvPr/>
        </p:nvSpPr>
        <p:spPr>
          <a:xfrm>
            <a:off x="7321934" y="2147423"/>
            <a:ext cx="357894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b="1" dirty="0"/>
              <a:t>Total Profit: 286K.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7C760-F356-B81C-4630-1923EF3A5B2C}"/>
              </a:ext>
            </a:extLst>
          </p:cNvPr>
          <p:cNvSpPr txBox="1"/>
          <p:nvPr/>
        </p:nvSpPr>
        <p:spPr>
          <a:xfrm>
            <a:off x="7321934" y="2377601"/>
            <a:ext cx="357894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b="1" dirty="0"/>
              <a:t>Average Profit per Order.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69D3DB-BAAB-8D83-F2B9-35E1A96F2EDC}"/>
              </a:ext>
            </a:extLst>
          </p:cNvPr>
          <p:cNvSpPr txBox="1"/>
          <p:nvPr/>
        </p:nvSpPr>
        <p:spPr>
          <a:xfrm>
            <a:off x="7321934" y="2808386"/>
            <a:ext cx="36870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ar-EG" altLang="ar-EG" b="1" dirty="0">
                <a:latin typeface="+mj-lt"/>
              </a:rPr>
              <a:t>Analysis</a:t>
            </a:r>
            <a:r>
              <a:rPr lang="en-US" b="1" dirty="0">
                <a:latin typeface="+mj-lt"/>
                <a:cs typeface="+mj-cs"/>
              </a:rPr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2DBCBF-1DE6-F31C-F7D2-3E8BD6B940ED}"/>
              </a:ext>
            </a:extLst>
          </p:cNvPr>
          <p:cNvSpPr txBox="1"/>
          <p:nvPr/>
        </p:nvSpPr>
        <p:spPr>
          <a:xfrm>
            <a:off x="7321934" y="3303593"/>
            <a:ext cx="4397816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ar-EG" altLang="ar-EG" sz="1600" b="1" dirty="0">
                <a:cs typeface="+mj-cs"/>
              </a:rPr>
              <a:t>Revenue shows steady upward trend</a:t>
            </a:r>
            <a:r>
              <a:rPr lang="en-US" altLang="ar-EG" sz="1600" b="1" dirty="0">
                <a:cs typeface="+mj-cs"/>
              </a:rPr>
              <a:t>.</a:t>
            </a:r>
            <a:endParaRPr lang="ar-EG" altLang="ar-EG" sz="1600" b="1" dirty="0">
              <a:cs typeface="+mj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20928-8393-9BAD-51EF-DD34A0E37620}"/>
              </a:ext>
            </a:extLst>
          </p:cNvPr>
          <p:cNvSpPr txBox="1"/>
          <p:nvPr/>
        </p:nvSpPr>
        <p:spPr>
          <a:xfrm>
            <a:off x="7321934" y="3570051"/>
            <a:ext cx="487620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ar-EG" altLang="ar-EG" sz="1600" b="1" dirty="0">
                <a:cs typeface="+mj-cs"/>
              </a:rPr>
              <a:t>Profit is more volatile compared to revenue.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F90342-3654-3423-7169-B9B27C9138A4}"/>
              </a:ext>
            </a:extLst>
          </p:cNvPr>
          <p:cNvSpPr txBox="1"/>
          <p:nvPr/>
        </p:nvSpPr>
        <p:spPr>
          <a:xfrm>
            <a:off x="7321934" y="3812959"/>
            <a:ext cx="487620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ar-EG" altLang="ar-EG" sz="1600" b="1" dirty="0">
                <a:cs typeface="+mj-cs"/>
              </a:rPr>
              <a:t>Strong improvement after </a:t>
            </a:r>
            <a:r>
              <a:rPr lang="en-US" altLang="ar-EG" sz="1600" b="1" dirty="0">
                <a:cs typeface="+mj-cs"/>
              </a:rPr>
              <a:t>2015</a:t>
            </a:r>
            <a:r>
              <a:rPr lang="ar-EG" altLang="ar-EG" sz="1600" b="1" dirty="0">
                <a:cs typeface="+mj-cs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F5FDF4-5607-38AB-2DB9-0C35ECDD3EC9}"/>
              </a:ext>
            </a:extLst>
          </p:cNvPr>
          <p:cNvSpPr txBox="1"/>
          <p:nvPr/>
        </p:nvSpPr>
        <p:spPr>
          <a:xfrm>
            <a:off x="7321934" y="4314286"/>
            <a:ext cx="36870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ar-EG" altLang="ar-EG" b="1" dirty="0">
                <a:latin typeface="+mj-lt"/>
              </a:rPr>
              <a:t>Insight</a:t>
            </a:r>
            <a:r>
              <a:rPr lang="en-US" b="1" dirty="0">
                <a:latin typeface="+mj-lt"/>
                <a:cs typeface="+mj-cs"/>
              </a:rPr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200B61-EF72-1231-BF2D-957CD7DB12F4}"/>
              </a:ext>
            </a:extLst>
          </p:cNvPr>
          <p:cNvSpPr txBox="1"/>
          <p:nvPr/>
        </p:nvSpPr>
        <p:spPr>
          <a:xfrm>
            <a:off x="7321934" y="4978237"/>
            <a:ext cx="487620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/>
              <a:t>Overall business shows positive growth</a:t>
            </a:r>
            <a:r>
              <a:rPr lang="ar-EG" sz="1600" b="1" dirty="0"/>
              <a:t>.</a:t>
            </a:r>
            <a:endParaRPr lang="en-US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E90E7-31A2-B70D-9E84-E1F9588E7518}"/>
              </a:ext>
            </a:extLst>
          </p:cNvPr>
          <p:cNvSpPr txBox="1"/>
          <p:nvPr/>
        </p:nvSpPr>
        <p:spPr>
          <a:xfrm>
            <a:off x="7321934" y="5237571"/>
            <a:ext cx="48762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/>
              <a:t>Profit growth is not always aligned with revenue growth.</a:t>
            </a:r>
            <a:endParaRPr lang="ar-EG" altLang="ar-EG" sz="1600" b="1" dirty="0"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772677-E400-B6A4-1F4B-51CFB66EF74A}"/>
              </a:ext>
            </a:extLst>
          </p:cNvPr>
          <p:cNvSpPr txBox="1"/>
          <p:nvPr/>
        </p:nvSpPr>
        <p:spPr>
          <a:xfrm>
            <a:off x="7299473" y="5822346"/>
            <a:ext cx="48762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ar-EG" altLang="ar-EG" sz="1600" b="1" dirty="0"/>
              <a:t>Growth exists, but profitability stability requires deeper analysis.</a:t>
            </a:r>
          </a:p>
        </p:txBody>
      </p:sp>
    </p:spTree>
    <p:extLst>
      <p:ext uri="{BB962C8B-B14F-4D97-AF65-F5344CB8AC3E}">
        <p14:creationId xmlns:p14="http://schemas.microsoft.com/office/powerpoint/2010/main" val="382422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15" grpId="0" animBg="1"/>
      <p:bldP spid="16" grpId="0" animBg="1"/>
      <p:bldP spid="17" grpId="0" animBg="1"/>
      <p:bldP spid="3" grpId="0"/>
      <p:bldP spid="6" grpId="0"/>
      <p:bldP spid="8" grpId="0"/>
      <p:bldP spid="10" grpId="0"/>
      <p:bldP spid="11" grpId="0"/>
      <p:bldP spid="12" grpId="0"/>
      <p:bldP spid="13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E8F2-A75E-6AB0-D666-E1C9274D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338297"/>
            <a:ext cx="11739600" cy="680400"/>
          </a:xfrm>
        </p:spPr>
        <p:txBody>
          <a:bodyPr/>
          <a:lstStyle/>
          <a:p>
            <a:pPr algn="ctr"/>
            <a:r>
              <a:rPr lang="en-US" sz="4000" b="1" dirty="0"/>
              <a:t>Category</a:t>
            </a:r>
            <a:r>
              <a:rPr lang="en-US" b="1" dirty="0"/>
              <a:t> </a:t>
            </a:r>
            <a:r>
              <a:rPr lang="en-US" sz="4000" b="1" dirty="0"/>
              <a:t>Performance</a:t>
            </a:r>
            <a:endParaRPr lang="ar-EG" sz="4000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B25EC66-846B-3A0D-44E3-900CBBAEF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21" y="4039588"/>
            <a:ext cx="4424362" cy="2480115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4B90BA-FC12-7CAE-B61D-4F6998F9E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21" y="1327175"/>
            <a:ext cx="4407184" cy="2480115"/>
          </a:xfrm>
          <a:prstGeom prst="rect">
            <a:avLst/>
          </a:prstGeom>
        </p:spPr>
      </p:pic>
      <p:pic>
        <p:nvPicPr>
          <p:cNvPr id="10" name="Graphic 9" descr="Presentation with pie chart with solid fill">
            <a:extLst>
              <a:ext uri="{FF2B5EF4-FFF2-40B4-BE49-F238E27FC236}">
                <a16:creationId xmlns:a16="http://schemas.microsoft.com/office/drawing/2014/main" id="{EFE1F9C4-A697-1257-CD20-DFF8A58986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1302" y="221297"/>
            <a:ext cx="914400" cy="914400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EBF95104-33BE-4ACD-3B85-F7B232B07C34}"/>
              </a:ext>
            </a:extLst>
          </p:cNvPr>
          <p:cNvSpPr/>
          <p:nvPr/>
        </p:nvSpPr>
        <p:spPr>
          <a:xfrm rot="11971557">
            <a:off x="4829983" y="6130524"/>
            <a:ext cx="1275755" cy="275163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336BD-47FE-D47A-70C5-2D7D2A06BBA1}"/>
              </a:ext>
            </a:extLst>
          </p:cNvPr>
          <p:cNvSpPr txBox="1"/>
          <p:nvPr/>
        </p:nvSpPr>
        <p:spPr>
          <a:xfrm>
            <a:off x="5229173" y="1176691"/>
            <a:ext cx="542740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What we analyzed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27CD87-5E46-748A-B69D-B025068C27D8}"/>
              </a:ext>
            </a:extLst>
          </p:cNvPr>
          <p:cNvSpPr txBox="1"/>
          <p:nvPr/>
        </p:nvSpPr>
        <p:spPr>
          <a:xfrm>
            <a:off x="5229173" y="1813149"/>
            <a:ext cx="59599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 Sales and profit distribution by category.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B5D36-2F7D-0AC0-B747-9BBC965C1B0C}"/>
              </a:ext>
            </a:extLst>
          </p:cNvPr>
          <p:cNvSpPr txBox="1"/>
          <p:nvPr/>
        </p:nvSpPr>
        <p:spPr>
          <a:xfrm>
            <a:off x="5229173" y="2326684"/>
            <a:ext cx="542740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Key Findings: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B2EAC-B677-5BFF-F47F-E44776E20D2F}"/>
              </a:ext>
            </a:extLst>
          </p:cNvPr>
          <p:cNvSpPr txBox="1"/>
          <p:nvPr/>
        </p:nvSpPr>
        <p:spPr>
          <a:xfrm>
            <a:off x="5229173" y="2904345"/>
            <a:ext cx="613691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 Technology is the highest profit contributor.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AA9C8C-2F49-31E6-B559-5DB5F32F7EB5}"/>
              </a:ext>
            </a:extLst>
          </p:cNvPr>
          <p:cNvSpPr txBox="1"/>
          <p:nvPr/>
        </p:nvSpPr>
        <p:spPr>
          <a:xfrm>
            <a:off x="5229173" y="3419291"/>
            <a:ext cx="625490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 Office Supplies has high volume with stable  margins.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9CF70-7AB0-B835-4716-E83B6285399E}"/>
              </a:ext>
            </a:extLst>
          </p:cNvPr>
          <p:cNvSpPr txBox="1"/>
          <p:nvPr/>
        </p:nvSpPr>
        <p:spPr>
          <a:xfrm>
            <a:off x="5229173" y="4250288"/>
            <a:ext cx="625490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 Furniture shows weaker profitability despite strong sales.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23461B-6E64-B02C-302F-205D9897F676}"/>
              </a:ext>
            </a:extLst>
          </p:cNvPr>
          <p:cNvSpPr txBox="1"/>
          <p:nvPr/>
        </p:nvSpPr>
        <p:spPr>
          <a:xfrm>
            <a:off x="5229173" y="5058834"/>
            <a:ext cx="542740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Insight: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F73AAA-D1D2-1A10-8868-D4E325E80A8E}"/>
              </a:ext>
            </a:extLst>
          </p:cNvPr>
          <p:cNvSpPr txBox="1"/>
          <p:nvPr/>
        </p:nvSpPr>
        <p:spPr>
          <a:xfrm>
            <a:off x="5229173" y="5646691"/>
            <a:ext cx="625490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/>
              <a:t>High sales volume ≠ High profit.</a:t>
            </a:r>
          </a:p>
        </p:txBody>
      </p:sp>
    </p:spTree>
    <p:extLst>
      <p:ext uri="{BB962C8B-B14F-4D97-AF65-F5344CB8AC3E}">
        <p14:creationId xmlns:p14="http://schemas.microsoft.com/office/powerpoint/2010/main" val="285497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 animBg="1"/>
      <p:bldP spid="3" grpId="0"/>
      <p:bldP spid="4" grpId="0"/>
      <p:bldP spid="6" grpId="0"/>
      <p:bldP spid="7" grpId="0"/>
      <p:bldP spid="8" grpId="0"/>
      <p:bldP spid="9" grpId="0"/>
      <p:bldP spid="12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58C1-B9D7-8B16-D56A-367C886DB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264557"/>
            <a:ext cx="11739600" cy="680400"/>
          </a:xfrm>
        </p:spPr>
        <p:txBody>
          <a:bodyPr/>
          <a:lstStyle/>
          <a:p>
            <a:pPr algn="ctr"/>
            <a:r>
              <a:rPr lang="en-US" sz="4000" b="1" dirty="0"/>
              <a:t>Sub-Category Deep Dive</a:t>
            </a:r>
            <a:endParaRPr lang="ar-EG" sz="40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1FDB445-AA53-273C-F780-9CE249CB8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20" y="1816164"/>
            <a:ext cx="6842380" cy="4320000"/>
          </a:xfrm>
        </p:spPr>
      </p:pic>
      <p:pic>
        <p:nvPicPr>
          <p:cNvPr id="8" name="Graphic 7" descr="Playbook with solid fill">
            <a:extLst>
              <a:ext uri="{FF2B5EF4-FFF2-40B4-BE49-F238E27FC236}">
                <a16:creationId xmlns:a16="http://schemas.microsoft.com/office/drawing/2014/main" id="{619DB212-22A6-B736-DAAB-220052525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8012" y="147557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96173C-66E6-A92D-ED97-85F7FD07C02B}"/>
              </a:ext>
            </a:extLst>
          </p:cNvPr>
          <p:cNvSpPr txBox="1"/>
          <p:nvPr/>
        </p:nvSpPr>
        <p:spPr>
          <a:xfrm>
            <a:off x="7197207" y="1444897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/>
              <a:t>Product-Level Analysis: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4249A-75D0-6023-9CE8-A66D49E74297}"/>
              </a:ext>
            </a:extLst>
          </p:cNvPr>
          <p:cNvSpPr txBox="1"/>
          <p:nvPr/>
        </p:nvSpPr>
        <p:spPr>
          <a:xfrm>
            <a:off x="7197205" y="2092169"/>
            <a:ext cx="4826771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Copiers and Phones generate strong profit.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056EF0-2DAB-9DBA-D6BB-B44335C8AB78}"/>
              </a:ext>
            </a:extLst>
          </p:cNvPr>
          <p:cNvSpPr txBox="1"/>
          <p:nvPr/>
        </p:nvSpPr>
        <p:spPr>
          <a:xfrm>
            <a:off x="7197205" y="3013501"/>
            <a:ext cx="48267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Tables and Furnishings show low or negative margins.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844B1-06A7-03C0-8A31-8D60DF2E9109}"/>
              </a:ext>
            </a:extLst>
          </p:cNvPr>
          <p:cNvSpPr txBox="1"/>
          <p:nvPr/>
        </p:nvSpPr>
        <p:spPr>
          <a:xfrm>
            <a:off x="7197205" y="3929125"/>
            <a:ext cx="48267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Some high-volume products are loss-making.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E95AE5-43AA-B062-8114-B492D5A61A1F}"/>
              </a:ext>
            </a:extLst>
          </p:cNvPr>
          <p:cNvSpPr txBox="1"/>
          <p:nvPr/>
        </p:nvSpPr>
        <p:spPr>
          <a:xfrm>
            <a:off x="7197205" y="4961457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/>
              <a:t>Business Value: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A7FEF2-0C51-E993-B21A-8B2B9C2458F0}"/>
              </a:ext>
            </a:extLst>
          </p:cNvPr>
          <p:cNvSpPr txBox="1"/>
          <p:nvPr/>
        </p:nvSpPr>
        <p:spPr>
          <a:xfrm>
            <a:off x="7197207" y="5686012"/>
            <a:ext cx="48267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/>
              <a:t>Identifies products that need pricing or discount review.</a:t>
            </a:r>
          </a:p>
        </p:txBody>
      </p:sp>
    </p:spTree>
    <p:extLst>
      <p:ext uri="{BB962C8B-B14F-4D97-AF65-F5344CB8AC3E}">
        <p14:creationId xmlns:p14="http://schemas.microsoft.com/office/powerpoint/2010/main" val="2685223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CCC03-B790-2C83-ECF1-84A47DCB7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341134"/>
            <a:ext cx="11739600" cy="680400"/>
          </a:xfrm>
        </p:spPr>
        <p:txBody>
          <a:bodyPr/>
          <a:lstStyle/>
          <a:p>
            <a:pPr algn="ctr"/>
            <a:r>
              <a:rPr lang="en-US" sz="4000" b="1" dirty="0"/>
              <a:t>Customer Segment Analysis</a:t>
            </a:r>
            <a:endParaRPr lang="ar-EG" sz="40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76DFE1-2106-4493-7CCA-04CE9A84E2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40" y="1856666"/>
            <a:ext cx="6586742" cy="4320000"/>
          </a:xfrm>
        </p:spPr>
      </p:pic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CBC2AE05-D12C-0FE5-DE23-43DF65DB0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863" y="224134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50CB14-D947-BBDD-1712-8B49C306DA64}"/>
              </a:ext>
            </a:extLst>
          </p:cNvPr>
          <p:cNvSpPr txBox="1"/>
          <p:nvPr/>
        </p:nvSpPr>
        <p:spPr>
          <a:xfrm>
            <a:off x="7167715" y="1180217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Segment Insights: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4E93A9-153D-DBAE-0BDA-C4838423771D}"/>
              </a:ext>
            </a:extLst>
          </p:cNvPr>
          <p:cNvSpPr txBox="1"/>
          <p:nvPr/>
        </p:nvSpPr>
        <p:spPr>
          <a:xfrm>
            <a:off x="7167715" y="1804192"/>
            <a:ext cx="4826771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Consumer segment drives most revenue.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749088-7DAD-7F66-BC07-97291165DFB3}"/>
              </a:ext>
            </a:extLst>
          </p:cNvPr>
          <p:cNvSpPr txBox="1"/>
          <p:nvPr/>
        </p:nvSpPr>
        <p:spPr>
          <a:xfrm>
            <a:off x="7167715" y="2735944"/>
            <a:ext cx="4826771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Corporate segment shows higher average order value.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635F45-C123-18AF-273A-52B4B5ADA758}"/>
              </a:ext>
            </a:extLst>
          </p:cNvPr>
          <p:cNvSpPr txBox="1"/>
          <p:nvPr/>
        </p:nvSpPr>
        <p:spPr>
          <a:xfrm>
            <a:off x="7167715" y="3667696"/>
            <a:ext cx="4826771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Home Office is smaller but relatively profitable.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08EFA5-CA18-447A-0AD7-ED579DD79A1F}"/>
              </a:ext>
            </a:extLst>
          </p:cNvPr>
          <p:cNvSpPr txBox="1"/>
          <p:nvPr/>
        </p:nvSpPr>
        <p:spPr>
          <a:xfrm>
            <a:off x="7167715" y="4700641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Conclusion: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946346-4489-86B0-1DE5-2E70D2A81FD0}"/>
              </a:ext>
            </a:extLst>
          </p:cNvPr>
          <p:cNvSpPr txBox="1"/>
          <p:nvPr/>
        </p:nvSpPr>
        <p:spPr>
          <a:xfrm>
            <a:off x="7167715" y="5425809"/>
            <a:ext cx="4826771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/>
              <a:t>Different customer segments require different pricing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143163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  <p:bldP spid="6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7A63-8630-59D4-68CF-72466F576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303886"/>
            <a:ext cx="11739600" cy="680400"/>
          </a:xfrm>
        </p:spPr>
        <p:txBody>
          <a:bodyPr/>
          <a:lstStyle/>
          <a:p>
            <a:pPr algn="ctr"/>
            <a:r>
              <a:rPr lang="en-US" sz="4000" b="1" dirty="0"/>
              <a:t>Regional Performance</a:t>
            </a:r>
            <a:endParaRPr lang="ar-EG" sz="40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49CA27-C24A-4375-8511-7DD753F32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26" y="1809597"/>
            <a:ext cx="6953561" cy="4320000"/>
          </a:xfrm>
        </p:spPr>
      </p:pic>
      <p:pic>
        <p:nvPicPr>
          <p:cNvPr id="3" name="Graphic 2" descr="Playbook with solid fill">
            <a:extLst>
              <a:ext uri="{FF2B5EF4-FFF2-40B4-BE49-F238E27FC236}">
                <a16:creationId xmlns:a16="http://schemas.microsoft.com/office/drawing/2014/main" id="{820FC60A-B311-8A34-E2F3-6ECD2E14D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8012" y="147557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8F2235-5340-7EBE-166D-59D79A3897DD}"/>
              </a:ext>
            </a:extLst>
          </p:cNvPr>
          <p:cNvSpPr txBox="1"/>
          <p:nvPr/>
        </p:nvSpPr>
        <p:spPr>
          <a:xfrm>
            <a:off x="7285701" y="1303300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/>
              <a:t>Geographic Insights: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D3C9A-B3C1-8B48-5AFE-3D50E3AE5AD3}"/>
              </a:ext>
            </a:extLst>
          </p:cNvPr>
          <p:cNvSpPr txBox="1"/>
          <p:nvPr/>
        </p:nvSpPr>
        <p:spPr>
          <a:xfrm>
            <a:off x="7285701" y="5001432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/>
              <a:t>Insight: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AA0EAD-A398-2C33-F113-8F0823FFA797}"/>
              </a:ext>
            </a:extLst>
          </p:cNvPr>
          <p:cNvSpPr txBox="1"/>
          <p:nvPr/>
        </p:nvSpPr>
        <p:spPr>
          <a:xfrm>
            <a:off x="7285701" y="2066878"/>
            <a:ext cx="4826771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West &amp; East regions lead in revenue.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46686-B7B1-2D3E-3123-5321688B6D71}"/>
              </a:ext>
            </a:extLst>
          </p:cNvPr>
          <p:cNvSpPr txBox="1"/>
          <p:nvPr/>
        </p:nvSpPr>
        <p:spPr>
          <a:xfrm>
            <a:off x="7285701" y="3039088"/>
            <a:ext cx="4826771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Central region shows margin pressure.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777E01-BA22-209A-2736-A46553570D71}"/>
              </a:ext>
            </a:extLst>
          </p:cNvPr>
          <p:cNvSpPr txBox="1"/>
          <p:nvPr/>
        </p:nvSpPr>
        <p:spPr>
          <a:xfrm>
            <a:off x="7285701" y="4050626"/>
            <a:ext cx="4826771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South region has growth potential.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36A58E-9A31-9C6A-96B0-A6A4E90A8CE3}"/>
              </a:ext>
            </a:extLst>
          </p:cNvPr>
          <p:cNvSpPr txBox="1"/>
          <p:nvPr/>
        </p:nvSpPr>
        <p:spPr>
          <a:xfrm>
            <a:off x="7285701" y="5723117"/>
            <a:ext cx="4826771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/>
              <a:t>Profitability varies significantly by region.</a:t>
            </a:r>
          </a:p>
        </p:txBody>
      </p:sp>
    </p:spTree>
    <p:extLst>
      <p:ext uri="{BB962C8B-B14F-4D97-AF65-F5344CB8AC3E}">
        <p14:creationId xmlns:p14="http://schemas.microsoft.com/office/powerpoint/2010/main" val="156668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4" grpId="0"/>
      <p:bldP spid="14" grpId="0"/>
      <p:bldP spid="6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D207-AB3E-6F75-9498-49BEEFE0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284222"/>
            <a:ext cx="11739600" cy="680400"/>
          </a:xfrm>
        </p:spPr>
        <p:txBody>
          <a:bodyPr/>
          <a:lstStyle/>
          <a:p>
            <a:pPr algn="ctr"/>
            <a:r>
              <a:rPr lang="en-US" sz="4000" b="1" dirty="0"/>
              <a:t>Shipping &amp; Operations</a:t>
            </a:r>
            <a:endParaRPr lang="ar-EG" sz="40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60A2B5-8538-0DCF-807A-A031D0877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9" y="4096064"/>
            <a:ext cx="4668837" cy="2610957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C62C01-692F-0189-B7B8-74246922A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9" y="1297859"/>
            <a:ext cx="4632922" cy="2610957"/>
          </a:xfrm>
          <a:prstGeom prst="rect">
            <a:avLst/>
          </a:prstGeom>
        </p:spPr>
      </p:pic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A1C8841F-52AF-71F6-90F2-DC9CBEBDE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9047" y="167222"/>
            <a:ext cx="914400" cy="9144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8A4ED5F4-D9E9-2155-894B-BC47FD5E8D27}"/>
              </a:ext>
            </a:extLst>
          </p:cNvPr>
          <p:cNvSpPr/>
          <p:nvPr/>
        </p:nvSpPr>
        <p:spPr>
          <a:xfrm rot="9600225">
            <a:off x="4547410" y="1642391"/>
            <a:ext cx="1275755" cy="275163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E9BB69-DB68-0EAF-AC25-3C04F76F9A8D}"/>
              </a:ext>
            </a:extLst>
          </p:cNvPr>
          <p:cNvSpPr txBox="1"/>
          <p:nvPr/>
        </p:nvSpPr>
        <p:spPr>
          <a:xfrm>
            <a:off x="6096000" y="1347945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/>
              <a:t>Operational Analysis: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C9E5E8-18D9-AC6E-8065-2126F10C2874}"/>
              </a:ext>
            </a:extLst>
          </p:cNvPr>
          <p:cNvSpPr txBox="1"/>
          <p:nvPr/>
        </p:nvSpPr>
        <p:spPr>
          <a:xfrm>
            <a:off x="6095997" y="2196524"/>
            <a:ext cx="586979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Standard Class dominates order volume.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DB5AB-C563-6F9D-6886-F5A23BC2A12D}"/>
              </a:ext>
            </a:extLst>
          </p:cNvPr>
          <p:cNvSpPr txBox="1"/>
          <p:nvPr/>
        </p:nvSpPr>
        <p:spPr>
          <a:xfrm>
            <a:off x="6095997" y="2925827"/>
            <a:ext cx="586979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Faster shipping does not guarantee higher profit.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316D50-E8CD-C902-E5C1-0A9E3BC68BD4}"/>
              </a:ext>
            </a:extLst>
          </p:cNvPr>
          <p:cNvSpPr txBox="1"/>
          <p:nvPr/>
        </p:nvSpPr>
        <p:spPr>
          <a:xfrm>
            <a:off x="6095997" y="3756824"/>
            <a:ext cx="522093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Average shipping time ≈ 3.96 days.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76177F-83B8-1BD9-277F-E5BECCB48C62}"/>
              </a:ext>
            </a:extLst>
          </p:cNvPr>
          <p:cNvSpPr txBox="1"/>
          <p:nvPr/>
        </p:nvSpPr>
        <p:spPr>
          <a:xfrm>
            <a:off x="6095996" y="4602662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Operational Impact: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0925B0-838E-C7F6-D655-6FC785CBD2F4}"/>
              </a:ext>
            </a:extLst>
          </p:cNvPr>
          <p:cNvSpPr txBox="1"/>
          <p:nvPr/>
        </p:nvSpPr>
        <p:spPr>
          <a:xfrm>
            <a:off x="6095996" y="5510055"/>
            <a:ext cx="58698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/>
              <a:t>Shipping decisions directly affect margins.</a:t>
            </a:r>
          </a:p>
        </p:txBody>
      </p:sp>
    </p:spTree>
    <p:extLst>
      <p:ext uri="{BB962C8B-B14F-4D97-AF65-F5344CB8AC3E}">
        <p14:creationId xmlns:p14="http://schemas.microsoft.com/office/powerpoint/2010/main" val="36717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10" grpId="0"/>
      <p:bldP spid="12" grpId="0"/>
      <p:bldP spid="6" grpId="0"/>
      <p:bldP spid="8" grpId="0"/>
      <p:bldP spid="11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6E0D-8941-6277-65CC-57848201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303886"/>
            <a:ext cx="11739600" cy="680400"/>
          </a:xfrm>
        </p:spPr>
        <p:txBody>
          <a:bodyPr/>
          <a:lstStyle/>
          <a:p>
            <a:pPr algn="ctr"/>
            <a:r>
              <a:rPr lang="en-US" sz="4000" b="1" dirty="0"/>
              <a:t>Orders &amp; Profit Behavior</a:t>
            </a:r>
            <a:endParaRPr lang="ar-EG" sz="4000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3297FB1-716A-D6F8-95A5-606467E21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09" y="1668633"/>
            <a:ext cx="7265168" cy="4320000"/>
          </a:xfrm>
        </p:spPr>
      </p:pic>
      <p:pic>
        <p:nvPicPr>
          <p:cNvPr id="12" name="Graphic 11" descr="Research with solid fill">
            <a:extLst>
              <a:ext uri="{FF2B5EF4-FFF2-40B4-BE49-F238E27FC236}">
                <a16:creationId xmlns:a16="http://schemas.microsoft.com/office/drawing/2014/main" id="{A209560D-5BDD-9050-6F87-F39F0EF8C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4219" y="186886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6E1E12-459B-6BF7-F644-58AE8C7D3623}"/>
              </a:ext>
            </a:extLst>
          </p:cNvPr>
          <p:cNvSpPr txBox="1"/>
          <p:nvPr/>
        </p:nvSpPr>
        <p:spPr>
          <a:xfrm>
            <a:off x="7527823" y="1611411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/>
              <a:t>Behavioral Insights: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145C1-9AB7-96D5-05E5-85D8322341E9}"/>
              </a:ext>
            </a:extLst>
          </p:cNvPr>
          <p:cNvSpPr txBox="1"/>
          <p:nvPr/>
        </p:nvSpPr>
        <p:spPr>
          <a:xfrm>
            <a:off x="7551986" y="2160465"/>
            <a:ext cx="441381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Order volume increased year over year.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85B28-DB8B-1D1A-4903-0B0E634D799B}"/>
              </a:ext>
            </a:extLst>
          </p:cNvPr>
          <p:cNvSpPr txBox="1"/>
          <p:nvPr/>
        </p:nvSpPr>
        <p:spPr>
          <a:xfrm>
            <a:off x="7521677" y="2983664"/>
            <a:ext cx="467032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Average profit per order fluctuates.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A590F-7F46-CEF2-7784-8CD43C2F1F8B}"/>
              </a:ext>
            </a:extLst>
          </p:cNvPr>
          <p:cNvSpPr txBox="1"/>
          <p:nvPr/>
        </p:nvSpPr>
        <p:spPr>
          <a:xfrm>
            <a:off x="7521677" y="3777585"/>
            <a:ext cx="467032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Growth driven more by volume than value.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24AC1-9AD2-3E30-3FB1-0BD4971C3A2C}"/>
              </a:ext>
            </a:extLst>
          </p:cNvPr>
          <p:cNvSpPr txBox="1"/>
          <p:nvPr/>
        </p:nvSpPr>
        <p:spPr>
          <a:xfrm>
            <a:off x="7527823" y="4634416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Key Takeaway: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6F3F6-18F1-B248-541C-3B7C0A724B38}"/>
              </a:ext>
            </a:extLst>
          </p:cNvPr>
          <p:cNvSpPr txBox="1"/>
          <p:nvPr/>
        </p:nvSpPr>
        <p:spPr>
          <a:xfrm>
            <a:off x="7521677" y="5307754"/>
            <a:ext cx="467032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/>
              <a:t>Discount-driven growth may harm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190234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5" grpId="0"/>
      <p:bldP spid="3" grpId="0"/>
      <p:bldP spid="4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193B-AFAF-A6E5-BEF0-0F4E601C2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294053"/>
            <a:ext cx="11739600" cy="680400"/>
          </a:xfrm>
        </p:spPr>
        <p:txBody>
          <a:bodyPr/>
          <a:lstStyle/>
          <a:p>
            <a:pPr algn="ctr"/>
            <a:r>
              <a:rPr lang="en-US" sz="4000" b="1" dirty="0"/>
              <a:t>Customer Deep Dive</a:t>
            </a:r>
            <a:endParaRPr lang="ar-EG" sz="4000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1EAFC0C-8549-0AD4-E918-7A6752005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9" y="1777246"/>
            <a:ext cx="7029194" cy="4320000"/>
          </a:xfrm>
        </p:spPr>
      </p:pic>
      <p:pic>
        <p:nvPicPr>
          <p:cNvPr id="3" name="Graphic 2" descr="Research with solid fill">
            <a:extLst>
              <a:ext uri="{FF2B5EF4-FFF2-40B4-BE49-F238E27FC236}">
                <a16:creationId xmlns:a16="http://schemas.microsoft.com/office/drawing/2014/main" id="{0CE3940D-BB90-8222-C51E-A2B6C745B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1638" y="177053"/>
            <a:ext cx="914400" cy="914400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CAF1EC67-D97C-CE26-3763-735E09FA8A75}"/>
              </a:ext>
            </a:extLst>
          </p:cNvPr>
          <p:cNvSpPr/>
          <p:nvPr/>
        </p:nvSpPr>
        <p:spPr>
          <a:xfrm rot="16200000">
            <a:off x="4632661" y="6284152"/>
            <a:ext cx="735998" cy="261776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41A5CA-45F8-E411-E70A-577897731649}"/>
              </a:ext>
            </a:extLst>
          </p:cNvPr>
          <p:cNvSpPr txBox="1"/>
          <p:nvPr/>
        </p:nvSpPr>
        <p:spPr>
          <a:xfrm>
            <a:off x="7522110" y="1675201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/>
              <a:t>Customer Concentration: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36D99-EAFF-8C9F-C3DF-D50F2F39B1E1}"/>
              </a:ext>
            </a:extLst>
          </p:cNvPr>
          <p:cNvSpPr txBox="1"/>
          <p:nvPr/>
        </p:nvSpPr>
        <p:spPr>
          <a:xfrm>
            <a:off x="7522111" y="2234795"/>
            <a:ext cx="4413814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A small group of customers contributes a large share of profit.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911BFD-0478-FB9A-FBBB-8A00930EF482}"/>
              </a:ext>
            </a:extLst>
          </p:cNvPr>
          <p:cNvSpPr txBox="1"/>
          <p:nvPr/>
        </p:nvSpPr>
        <p:spPr>
          <a:xfrm>
            <a:off x="7522111" y="3471498"/>
            <a:ext cx="441381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Top customers are critical to overall performance.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444CB-4E93-1CF0-269B-6652F626270B}"/>
              </a:ext>
            </a:extLst>
          </p:cNvPr>
          <p:cNvSpPr txBox="1"/>
          <p:nvPr/>
        </p:nvSpPr>
        <p:spPr>
          <a:xfrm>
            <a:off x="7522111" y="4375243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/>
              <a:t>Opportunity: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67A2F-62BF-4382-E03A-80D8E6EE12FD}"/>
              </a:ext>
            </a:extLst>
          </p:cNvPr>
          <p:cNvSpPr txBox="1"/>
          <p:nvPr/>
        </p:nvSpPr>
        <p:spPr>
          <a:xfrm>
            <a:off x="7522111" y="5082035"/>
            <a:ext cx="441381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/>
              <a:t>Loyalty programs.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9BE867-4214-2BF6-9BF6-75DE84C3BCAB}"/>
              </a:ext>
            </a:extLst>
          </p:cNvPr>
          <p:cNvSpPr txBox="1"/>
          <p:nvPr/>
        </p:nvSpPr>
        <p:spPr>
          <a:xfrm>
            <a:off x="7522111" y="5642644"/>
            <a:ext cx="441381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/>
              <a:t>Key account management.</a:t>
            </a:r>
          </a:p>
        </p:txBody>
      </p:sp>
    </p:spTree>
    <p:extLst>
      <p:ext uri="{BB962C8B-B14F-4D97-AF65-F5344CB8AC3E}">
        <p14:creationId xmlns:p14="http://schemas.microsoft.com/office/powerpoint/2010/main" val="162822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 animBg="1"/>
      <p:bldP spid="8" grpId="0"/>
      <p:bldP spid="9" grpId="0"/>
      <p:bldP spid="4" grpId="0"/>
      <p:bldP spid="6" grpId="0"/>
      <p:bldP spid="7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52C0-B9C1-5E10-D5F8-2B77A2609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303885"/>
            <a:ext cx="11739600" cy="680400"/>
          </a:xfrm>
        </p:spPr>
        <p:txBody>
          <a:bodyPr/>
          <a:lstStyle/>
          <a:p>
            <a:pPr algn="ctr"/>
            <a:r>
              <a:rPr lang="en-US" sz="4000" b="1" dirty="0"/>
              <a:t>Discount &amp; Pricing Impact</a:t>
            </a:r>
            <a:endParaRPr lang="ar-EG" sz="40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4B68CF-8577-378B-78BE-CF6349C3EE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39" y="1693511"/>
            <a:ext cx="7671419" cy="4320000"/>
          </a:xfrm>
        </p:spPr>
      </p:pic>
      <p:pic>
        <p:nvPicPr>
          <p:cNvPr id="3" name="Graphic 2" descr="Research with solid fill">
            <a:extLst>
              <a:ext uri="{FF2B5EF4-FFF2-40B4-BE49-F238E27FC236}">
                <a16:creationId xmlns:a16="http://schemas.microsoft.com/office/drawing/2014/main" id="{62F6683C-3FDE-D538-5123-1707904CE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6232" y="186885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1A9739-B3B3-D981-20DC-40F9BB81A0AF}"/>
              </a:ext>
            </a:extLst>
          </p:cNvPr>
          <p:cNvSpPr txBox="1"/>
          <p:nvPr/>
        </p:nvSpPr>
        <p:spPr>
          <a:xfrm>
            <a:off x="7967258" y="1542630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Pricing</a:t>
            </a:r>
            <a:r>
              <a:rPr lang="en-US" sz="2400" b="1" dirty="0"/>
              <a:t> </a:t>
            </a:r>
            <a:r>
              <a:rPr lang="en-US" sz="2800" b="1" dirty="0"/>
              <a:t>Insights: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EE6517-EB1E-8A9E-8C41-8037CB555B4E}"/>
              </a:ext>
            </a:extLst>
          </p:cNvPr>
          <p:cNvSpPr txBox="1"/>
          <p:nvPr/>
        </p:nvSpPr>
        <p:spPr>
          <a:xfrm>
            <a:off x="7967258" y="2161238"/>
            <a:ext cx="441381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Average discount ≈ 16%.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02C53-338A-5C41-B13A-B0A467EA1F08}"/>
              </a:ext>
            </a:extLst>
          </p:cNvPr>
          <p:cNvSpPr txBox="1"/>
          <p:nvPr/>
        </p:nvSpPr>
        <p:spPr>
          <a:xfrm>
            <a:off x="7967258" y="2718291"/>
            <a:ext cx="441381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Higher discounts increase order volume.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28DB78-440F-D3CE-6EF2-B8409752C7C0}"/>
              </a:ext>
            </a:extLst>
          </p:cNvPr>
          <p:cNvSpPr txBox="1"/>
          <p:nvPr/>
        </p:nvSpPr>
        <p:spPr>
          <a:xfrm>
            <a:off x="7967258" y="3639906"/>
            <a:ext cx="441381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Excessive discounts reduce profit margins.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72763-E601-4A55-F6A6-FEA46C4D4403}"/>
              </a:ext>
            </a:extLst>
          </p:cNvPr>
          <p:cNvSpPr txBox="1"/>
          <p:nvPr/>
        </p:nvSpPr>
        <p:spPr>
          <a:xfrm>
            <a:off x="7967258" y="4566291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/>
              <a:t>Insight: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1188C-8FF0-51CB-DFB7-F42EEF2E7FFA}"/>
              </a:ext>
            </a:extLst>
          </p:cNvPr>
          <p:cNvSpPr txBox="1"/>
          <p:nvPr/>
        </p:nvSpPr>
        <p:spPr>
          <a:xfrm>
            <a:off x="7967258" y="5182514"/>
            <a:ext cx="441381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/>
              <a:t>Discount optimization is a major profit lever.</a:t>
            </a:r>
          </a:p>
        </p:txBody>
      </p:sp>
    </p:spTree>
    <p:extLst>
      <p:ext uri="{BB962C8B-B14F-4D97-AF65-F5344CB8AC3E}">
        <p14:creationId xmlns:p14="http://schemas.microsoft.com/office/powerpoint/2010/main" val="124058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  <p:bldP spid="4" grpId="0"/>
      <p:bldP spid="6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E3BB-35A9-E098-5345-D222A65CC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271206"/>
            <a:ext cx="11739600" cy="680400"/>
          </a:xfrm>
        </p:spPr>
        <p:txBody>
          <a:bodyPr/>
          <a:lstStyle/>
          <a:p>
            <a:pPr algn="ctr"/>
            <a:r>
              <a:rPr lang="en-US" sz="4000" b="1" dirty="0"/>
              <a:t>Basket Size &amp; Order Value</a:t>
            </a:r>
            <a:endParaRPr lang="ar-EG" sz="4000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EFB1ED6-FA34-E392-57E0-6BD4FF593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3" y="1771432"/>
            <a:ext cx="7675398" cy="4320000"/>
          </a:xfrm>
          <a:prstGeom prst="rect">
            <a:avLst/>
          </a:prstGeom>
        </p:spPr>
      </p:pic>
      <p:pic>
        <p:nvPicPr>
          <p:cNvPr id="6" name="Graphic 5" descr="Research with solid fill">
            <a:extLst>
              <a:ext uri="{FF2B5EF4-FFF2-40B4-BE49-F238E27FC236}">
                <a16:creationId xmlns:a16="http://schemas.microsoft.com/office/drawing/2014/main" id="{93CC9109-7A74-7589-1011-904490980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5393" y="154206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3E0873-99A2-3D33-EDAE-C5C1926DA775}"/>
              </a:ext>
            </a:extLst>
          </p:cNvPr>
          <p:cNvSpPr txBox="1"/>
          <p:nvPr/>
        </p:nvSpPr>
        <p:spPr>
          <a:xfrm>
            <a:off x="7902411" y="1824019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/>
              <a:t>Order Value Analysis: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0A556-C934-179B-F530-ABC8996614AF}"/>
              </a:ext>
            </a:extLst>
          </p:cNvPr>
          <p:cNvSpPr txBox="1"/>
          <p:nvPr/>
        </p:nvSpPr>
        <p:spPr>
          <a:xfrm>
            <a:off x="7932342" y="2540625"/>
            <a:ext cx="441381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Medium and large baskets generate higher profit.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909703-031A-00E0-B1C0-86CAFFC4BE21}"/>
              </a:ext>
            </a:extLst>
          </p:cNvPr>
          <p:cNvSpPr txBox="1"/>
          <p:nvPr/>
        </p:nvSpPr>
        <p:spPr>
          <a:xfrm>
            <a:off x="7902411" y="3565009"/>
            <a:ext cx="441381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Single-item orders are less profitable.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39A40-3967-6A9E-CE70-0BF4429E2241}"/>
              </a:ext>
            </a:extLst>
          </p:cNvPr>
          <p:cNvSpPr txBox="1"/>
          <p:nvPr/>
        </p:nvSpPr>
        <p:spPr>
          <a:xfrm>
            <a:off x="7902411" y="4488096"/>
            <a:ext cx="44736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/>
              <a:t>Opportunity: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DE05D-DF1C-BA7D-75E2-B71457CEBE2E}"/>
              </a:ext>
            </a:extLst>
          </p:cNvPr>
          <p:cNvSpPr txBox="1"/>
          <p:nvPr/>
        </p:nvSpPr>
        <p:spPr>
          <a:xfrm>
            <a:off x="7902411" y="5260435"/>
            <a:ext cx="441381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/>
              <a:t>Bundling strategies can increase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300667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3" grpId="0"/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49A4-7799-D199-60A9-06F139637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294053"/>
            <a:ext cx="11739600" cy="680400"/>
          </a:xfrm>
        </p:spPr>
        <p:txBody>
          <a:bodyPr/>
          <a:lstStyle/>
          <a:p>
            <a:pPr algn="ctr"/>
            <a:r>
              <a:rPr lang="en-US" sz="4000" b="1" dirty="0"/>
              <a:t>Advanced Insights Summary</a:t>
            </a:r>
            <a:endParaRPr lang="ar-EG" sz="4000" b="1" dirty="0"/>
          </a:p>
        </p:txBody>
      </p:sp>
      <p:pic>
        <p:nvPicPr>
          <p:cNvPr id="7" name="Graphic 6" descr="Presentation with bar chart with solid fill">
            <a:extLst>
              <a:ext uri="{FF2B5EF4-FFF2-40B4-BE49-F238E27FC236}">
                <a16:creationId xmlns:a16="http://schemas.microsoft.com/office/drawing/2014/main" id="{6ACE35BD-1512-30DB-24C2-C23B37918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035" y="974453"/>
            <a:ext cx="5495317" cy="5495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EEE535-BAAB-1E4F-5E73-EE5CA7E2C19B}"/>
              </a:ext>
            </a:extLst>
          </p:cNvPr>
          <p:cNvSpPr txBox="1"/>
          <p:nvPr/>
        </p:nvSpPr>
        <p:spPr>
          <a:xfrm>
            <a:off x="738647" y="1429040"/>
            <a:ext cx="5219388" cy="5693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100" b="1" dirty="0"/>
              <a:t>What drives performance?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F84C97-F49A-6E58-ECF7-E7B2C122BD1B}"/>
              </a:ext>
            </a:extLst>
          </p:cNvPr>
          <p:cNvSpPr txBox="1"/>
          <p:nvPr/>
        </p:nvSpPr>
        <p:spPr>
          <a:xfrm>
            <a:off x="738645" y="2110158"/>
            <a:ext cx="4413814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b="1" dirty="0"/>
              <a:t>Technology category.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AFE892-368F-BE0D-7F76-C05B3CF18B9B}"/>
              </a:ext>
            </a:extLst>
          </p:cNvPr>
          <p:cNvSpPr txBox="1"/>
          <p:nvPr/>
        </p:nvSpPr>
        <p:spPr>
          <a:xfrm>
            <a:off x="738645" y="2663250"/>
            <a:ext cx="4413814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b="1" dirty="0"/>
              <a:t>Consumer segment.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6F58A-86B9-11A8-5566-DEC1696A6180}"/>
              </a:ext>
            </a:extLst>
          </p:cNvPr>
          <p:cNvSpPr txBox="1"/>
          <p:nvPr/>
        </p:nvSpPr>
        <p:spPr>
          <a:xfrm>
            <a:off x="738645" y="3211559"/>
            <a:ext cx="4787082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b="1" dirty="0"/>
              <a:t>Medium-to-large basket sizes.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90A835-DAFC-64CC-1550-A60BC2E64E43}"/>
              </a:ext>
            </a:extLst>
          </p:cNvPr>
          <p:cNvSpPr txBox="1"/>
          <p:nvPr/>
        </p:nvSpPr>
        <p:spPr>
          <a:xfrm>
            <a:off x="738647" y="3815733"/>
            <a:ext cx="5219388" cy="5693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100" b="1" dirty="0"/>
              <a:t>What hurts performance?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8A827-A32E-D2FE-652F-364902FAC2B1}"/>
              </a:ext>
            </a:extLst>
          </p:cNvPr>
          <p:cNvSpPr txBox="1"/>
          <p:nvPr/>
        </p:nvSpPr>
        <p:spPr>
          <a:xfrm>
            <a:off x="738647" y="4496851"/>
            <a:ext cx="4413814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b="1" dirty="0"/>
              <a:t>High discounts.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A95517-C938-48BF-6350-CC29E12B6EC1}"/>
              </a:ext>
            </a:extLst>
          </p:cNvPr>
          <p:cNvSpPr txBox="1"/>
          <p:nvPr/>
        </p:nvSpPr>
        <p:spPr>
          <a:xfrm>
            <a:off x="738645" y="5101025"/>
            <a:ext cx="5357353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b="1" dirty="0"/>
              <a:t>Low-margin furniture products.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F0E444-22CE-E4A5-F4F2-71567F32F607}"/>
              </a:ext>
            </a:extLst>
          </p:cNvPr>
          <p:cNvSpPr txBox="1"/>
          <p:nvPr/>
        </p:nvSpPr>
        <p:spPr>
          <a:xfrm>
            <a:off x="738645" y="5705199"/>
            <a:ext cx="5357353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b="1" dirty="0"/>
              <a:t>Inefficient shipping choices.</a:t>
            </a:r>
          </a:p>
        </p:txBody>
      </p:sp>
    </p:spTree>
    <p:extLst>
      <p:ext uri="{BB962C8B-B14F-4D97-AF65-F5344CB8AC3E}">
        <p14:creationId xmlns:p14="http://schemas.microsoft.com/office/powerpoint/2010/main" val="307125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3" grpId="0"/>
      <p:bldP spid="4" grpId="0"/>
      <p:bldP spid="6" grpId="0"/>
      <p:bldP spid="8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3E187-2553-B8AC-C5DD-2ECCFA7E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0" y="303886"/>
            <a:ext cx="11739600" cy="680400"/>
          </a:xfrm>
        </p:spPr>
        <p:txBody>
          <a:bodyPr/>
          <a:lstStyle/>
          <a:p>
            <a:pPr algn="ctr"/>
            <a:r>
              <a:rPr lang="en-US" sz="4000" b="1" dirty="0"/>
              <a:t>Business Recommendations</a:t>
            </a:r>
            <a:endParaRPr lang="ar-EG" sz="4000" b="1" dirty="0"/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5D13EFFB-FA70-FFEC-0757-27D233FF0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446" y="1426160"/>
            <a:ext cx="3033252" cy="30332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97DB65-1088-DAF8-8DB6-A90D716A898C}"/>
              </a:ext>
            </a:extLst>
          </p:cNvPr>
          <p:cNvSpPr txBox="1"/>
          <p:nvPr/>
        </p:nvSpPr>
        <p:spPr>
          <a:xfrm>
            <a:off x="891046" y="1884799"/>
            <a:ext cx="521938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600" b="1" dirty="0"/>
              <a:t> Strategic Actions: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23B512-416D-EC93-FCB6-893FC4A806DB}"/>
              </a:ext>
            </a:extLst>
          </p:cNvPr>
          <p:cNvSpPr txBox="1"/>
          <p:nvPr/>
        </p:nvSpPr>
        <p:spPr>
          <a:xfrm>
            <a:off x="891047" y="2724957"/>
            <a:ext cx="7345928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Optimize discount policies by category.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BAB10D-A819-6C27-A2DD-8F479531BFB0}"/>
              </a:ext>
            </a:extLst>
          </p:cNvPr>
          <p:cNvSpPr txBox="1"/>
          <p:nvPr/>
        </p:nvSpPr>
        <p:spPr>
          <a:xfrm>
            <a:off x="891047" y="3397935"/>
            <a:ext cx="7345928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Focus on high-margin products.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8AE16-3B38-6A20-CE48-670BD124AF99}"/>
              </a:ext>
            </a:extLst>
          </p:cNvPr>
          <p:cNvSpPr txBox="1"/>
          <p:nvPr/>
        </p:nvSpPr>
        <p:spPr>
          <a:xfrm>
            <a:off x="891046" y="4159115"/>
            <a:ext cx="862657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Revisit pricing for loss-making sub-categories.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BEE2B-EDC7-38D3-1AA8-E2372763F684}"/>
              </a:ext>
            </a:extLst>
          </p:cNvPr>
          <p:cNvSpPr txBox="1"/>
          <p:nvPr/>
        </p:nvSpPr>
        <p:spPr>
          <a:xfrm>
            <a:off x="891046" y="4847065"/>
            <a:ext cx="925584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Improve shipping efficiency for low-margin orders.</a:t>
            </a:r>
          </a:p>
        </p:txBody>
      </p:sp>
    </p:spTree>
    <p:extLst>
      <p:ext uri="{BB962C8B-B14F-4D97-AF65-F5344CB8AC3E}">
        <p14:creationId xmlns:p14="http://schemas.microsoft.com/office/powerpoint/2010/main" val="136380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4" grpId="0"/>
      <p:bldP spid="4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7798-9517-2618-15FE-EFF6AA23C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99" y="303886"/>
            <a:ext cx="11739600" cy="680400"/>
          </a:xfrm>
        </p:spPr>
        <p:txBody>
          <a:bodyPr/>
          <a:lstStyle/>
          <a:p>
            <a:pPr algn="ctr"/>
            <a:r>
              <a:rPr lang="en-US" sz="4000" b="1" dirty="0"/>
              <a:t>Tools &amp; Skills</a:t>
            </a:r>
            <a:endParaRPr lang="ar-EG" sz="4000" b="1" dirty="0"/>
          </a:p>
        </p:txBody>
      </p:sp>
      <p:pic>
        <p:nvPicPr>
          <p:cNvPr id="5" name="Graphic 4" descr="Gears with solid fill">
            <a:extLst>
              <a:ext uri="{FF2B5EF4-FFF2-40B4-BE49-F238E27FC236}">
                <a16:creationId xmlns:a16="http://schemas.microsoft.com/office/drawing/2014/main" id="{8F5D84DD-226A-862A-D57A-DCACF1590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6987" y="1386348"/>
            <a:ext cx="4085304" cy="40853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B3B493-F62A-D2CF-417C-A55FA1617631}"/>
              </a:ext>
            </a:extLst>
          </p:cNvPr>
          <p:cNvSpPr txBox="1"/>
          <p:nvPr/>
        </p:nvSpPr>
        <p:spPr>
          <a:xfrm>
            <a:off x="973828" y="1077076"/>
            <a:ext cx="5219388" cy="71474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b="1" dirty="0"/>
              <a:t> Tools Used: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18A18B-ECFB-9034-E802-91D9BEC3D507}"/>
              </a:ext>
            </a:extLst>
          </p:cNvPr>
          <p:cNvSpPr txBox="1"/>
          <p:nvPr/>
        </p:nvSpPr>
        <p:spPr>
          <a:xfrm>
            <a:off x="973828" y="1791823"/>
            <a:ext cx="7345928" cy="6369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 Excel (Raw data).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2482DB-5B1F-BB74-DE10-F681193E08A3}"/>
              </a:ext>
            </a:extLst>
          </p:cNvPr>
          <p:cNvSpPr txBox="1"/>
          <p:nvPr/>
        </p:nvSpPr>
        <p:spPr>
          <a:xfrm>
            <a:off x="973828" y="2428729"/>
            <a:ext cx="7345928" cy="6369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 SQL Server (Views &amp; transformations).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923E6-D2C2-918A-AA73-EDC7EB26DB38}"/>
              </a:ext>
            </a:extLst>
          </p:cNvPr>
          <p:cNvSpPr txBox="1"/>
          <p:nvPr/>
        </p:nvSpPr>
        <p:spPr>
          <a:xfrm>
            <a:off x="973828" y="3065635"/>
            <a:ext cx="7345928" cy="6369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 Power BI (Modeling, DAX, Visualization).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FD13CE-C0AC-E472-B261-B1928C9B1FA4}"/>
              </a:ext>
            </a:extLst>
          </p:cNvPr>
          <p:cNvSpPr txBox="1"/>
          <p:nvPr/>
        </p:nvSpPr>
        <p:spPr>
          <a:xfrm>
            <a:off x="973828" y="3702541"/>
            <a:ext cx="7345928" cy="6369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 Skills Demonstrated.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2178EC-EB0E-2DF6-B41E-D7C1F67BD111}"/>
              </a:ext>
            </a:extLst>
          </p:cNvPr>
          <p:cNvSpPr txBox="1"/>
          <p:nvPr/>
        </p:nvSpPr>
        <p:spPr>
          <a:xfrm>
            <a:off x="973828" y="4339447"/>
            <a:ext cx="7345928" cy="6369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 Business analysis.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CC3E9D-1761-4CD6-FB90-3D7D0150DC88}"/>
              </a:ext>
            </a:extLst>
          </p:cNvPr>
          <p:cNvSpPr txBox="1"/>
          <p:nvPr/>
        </p:nvSpPr>
        <p:spPr>
          <a:xfrm>
            <a:off x="973828" y="4976353"/>
            <a:ext cx="7345928" cy="6369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 Data storytelling.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956512-0EC0-3B5A-D95C-52D44FC2BE0B}"/>
              </a:ext>
            </a:extLst>
          </p:cNvPr>
          <p:cNvSpPr txBox="1"/>
          <p:nvPr/>
        </p:nvSpPr>
        <p:spPr>
          <a:xfrm>
            <a:off x="973828" y="5613259"/>
            <a:ext cx="7345928" cy="6369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 Performance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242340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4" grpId="0"/>
      <p:bldP spid="6" grpId="0"/>
      <p:bldP spid="7" grpId="0"/>
      <p:bldP spid="10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BF32-7104-DA06-C72C-E5DFB5E64C2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36142" y="2776230"/>
            <a:ext cx="4119716" cy="1305539"/>
          </a:xfrm>
        </p:spPr>
        <p:txBody>
          <a:bodyPr>
            <a:normAutofit fontScale="90000"/>
          </a:bodyPr>
          <a:lstStyle/>
          <a:p>
            <a:r>
              <a:rPr lang="en-US" sz="8800" b="1" dirty="0"/>
              <a:t>THANKS</a:t>
            </a:r>
            <a:r>
              <a:rPr lang="en-US" sz="4000" b="1" dirty="0"/>
              <a:t> </a:t>
            </a:r>
            <a:endParaRPr lang="ar-EG" sz="4000" b="1" dirty="0"/>
          </a:p>
        </p:txBody>
      </p:sp>
      <p:sp>
        <p:nvSpPr>
          <p:cNvPr id="3" name="TextBox 2">
            <a:hlinkClick r:id="rId2"/>
            <a:extLst>
              <a:ext uri="{FF2B5EF4-FFF2-40B4-BE49-F238E27FC236}">
                <a16:creationId xmlns:a16="http://schemas.microsoft.com/office/drawing/2014/main" id="{1AFDB197-3407-6CA7-0B17-A886130C106D}"/>
              </a:ext>
            </a:extLst>
          </p:cNvPr>
          <p:cNvSpPr txBox="1"/>
          <p:nvPr/>
        </p:nvSpPr>
        <p:spPr>
          <a:xfrm>
            <a:off x="2113935" y="4081769"/>
            <a:ext cx="7964129" cy="98488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EG" sz="4000" dirty="0"/>
              <a:t>🔗</a:t>
            </a:r>
            <a:r>
              <a:rPr lang="en-US" sz="4000" b="1" dirty="0"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Interactive Dashboard (Power BI)</a:t>
            </a:r>
            <a:br>
              <a:rPr lang="en-US" sz="4000" b="1" dirty="0">
                <a:cs typeface="+mj-cs"/>
              </a:rPr>
            </a:br>
            <a:endParaRPr lang="ar-EG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9192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386</TotalTime>
  <Words>689</Words>
  <Application>Microsoft Office PowerPoint</Application>
  <PresentationFormat>Widescreen</PresentationFormat>
  <Paragraphs>131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Tw Cen MT</vt:lpstr>
      <vt:lpstr>Wingdings</vt:lpstr>
      <vt:lpstr>Circuit</vt:lpstr>
      <vt:lpstr>PowerPoint Presentation</vt:lpstr>
      <vt:lpstr>Business Problem</vt:lpstr>
      <vt:lpstr>Raw Data Source – Excel</vt:lpstr>
      <vt:lpstr>Data Transformation – SQL Server</vt:lpstr>
      <vt:lpstr>End-to-End BI Pipeline</vt:lpstr>
      <vt:lpstr>Executive Overview</vt:lpstr>
      <vt:lpstr>Category Performance</vt:lpstr>
      <vt:lpstr>Sub-Category Deep Dive</vt:lpstr>
      <vt:lpstr>Customer Segment Analysis</vt:lpstr>
      <vt:lpstr>Regional Performance</vt:lpstr>
      <vt:lpstr>Shipping &amp; Operations</vt:lpstr>
      <vt:lpstr>Orders &amp; Profit Behavior</vt:lpstr>
      <vt:lpstr>Customer Deep Dive</vt:lpstr>
      <vt:lpstr>Discount &amp; Pricing Impact</vt:lpstr>
      <vt:lpstr>Basket Size &amp; Order Value</vt:lpstr>
      <vt:lpstr>Advanced Insights Summary</vt:lpstr>
      <vt:lpstr>Business Recommendations</vt:lpstr>
      <vt:lpstr>Tools &amp; Skills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Yousif Naser</dc:creator>
  <cp:lastModifiedBy>Yousif Naser</cp:lastModifiedBy>
  <cp:revision>1</cp:revision>
  <dcterms:created xsi:type="dcterms:W3CDTF">2026-01-06T12:22:29Z</dcterms:created>
  <dcterms:modified xsi:type="dcterms:W3CDTF">2026-01-07T13:07:14Z</dcterms:modified>
</cp:coreProperties>
</file>